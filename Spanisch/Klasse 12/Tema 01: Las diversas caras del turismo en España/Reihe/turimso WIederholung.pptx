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3" r:id="rId3"/>
    <p:sldId id="265" r:id="rId4"/>
    <p:sldId id="264" r:id="rId5"/>
    <p:sldId id="267" r:id="rId6"/>
    <p:sldId id="268" r:id="rId7"/>
    <p:sldId id="27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9B3C1-BC80-45AC-84C6-F99013046961}" v="12" dt="2022-02-15T15:11:56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zie Wintersohl" userId="bebfda936d977701" providerId="LiveId" clId="{4F69B3C1-BC80-45AC-84C6-F99013046961}"/>
    <pc:docChg chg="undo custSel addSld delSld modSld">
      <pc:chgData name="Luzie Wintersohl" userId="bebfda936d977701" providerId="LiveId" clId="{4F69B3C1-BC80-45AC-84C6-F99013046961}" dt="2022-02-15T15:11:34.558" v="903" actId="1076"/>
      <pc:docMkLst>
        <pc:docMk/>
      </pc:docMkLst>
      <pc:sldChg chg="delSp new del mod">
        <pc:chgData name="Luzie Wintersohl" userId="bebfda936d977701" providerId="LiveId" clId="{4F69B3C1-BC80-45AC-84C6-F99013046961}" dt="2022-02-15T04:59:49.015" v="5" actId="2696"/>
        <pc:sldMkLst>
          <pc:docMk/>
          <pc:sldMk cId="3887861517" sldId="256"/>
        </pc:sldMkLst>
        <pc:spChg chg="del">
          <ac:chgData name="Luzie Wintersohl" userId="bebfda936d977701" providerId="LiveId" clId="{4F69B3C1-BC80-45AC-84C6-F99013046961}" dt="2022-02-15T04:59:43.167" v="1" actId="478"/>
          <ac:spMkLst>
            <pc:docMk/>
            <pc:sldMk cId="3887861517" sldId="256"/>
            <ac:spMk id="2" creationId="{9D2E25C9-AA19-4FA8-8C02-09BD155A5A20}"/>
          </ac:spMkLst>
        </pc:spChg>
        <pc:spChg chg="del">
          <ac:chgData name="Luzie Wintersohl" userId="bebfda936d977701" providerId="LiveId" clId="{4F69B3C1-BC80-45AC-84C6-F99013046961}" dt="2022-02-15T04:59:44.170" v="2" actId="478"/>
          <ac:spMkLst>
            <pc:docMk/>
            <pc:sldMk cId="3887861517" sldId="256"/>
            <ac:spMk id="3" creationId="{0C30FD8F-22C7-4152-BF95-C66F0C6E9694}"/>
          </ac:spMkLst>
        </pc:spChg>
      </pc:sldChg>
      <pc:sldChg chg="addSp modSp add mod modNotesTx">
        <pc:chgData name="Luzie Wintersohl" userId="bebfda936d977701" providerId="LiveId" clId="{4F69B3C1-BC80-45AC-84C6-F99013046961}" dt="2022-02-15T15:11:34.558" v="903" actId="1076"/>
        <pc:sldMkLst>
          <pc:docMk/>
          <pc:sldMk cId="3341974471" sldId="261"/>
        </pc:sldMkLst>
        <pc:spChg chg="mod">
          <ac:chgData name="Luzie Wintersohl" userId="bebfda936d977701" providerId="LiveId" clId="{4F69B3C1-BC80-45AC-84C6-F99013046961}" dt="2022-02-15T15:08:54.310" v="701" actId="2711"/>
          <ac:spMkLst>
            <pc:docMk/>
            <pc:sldMk cId="3341974471" sldId="261"/>
            <ac:spMk id="2" creationId="{80AA4F17-FBEE-8C4A-80F2-FFCDF5B36C3E}"/>
          </ac:spMkLst>
        </pc:spChg>
        <pc:spChg chg="mod">
          <ac:chgData name="Luzie Wintersohl" userId="bebfda936d977701" providerId="LiveId" clId="{4F69B3C1-BC80-45AC-84C6-F99013046961}" dt="2022-02-15T15:11:17.651" v="897" actId="14100"/>
          <ac:spMkLst>
            <pc:docMk/>
            <pc:sldMk cId="3341974471" sldId="261"/>
            <ac:spMk id="3" creationId="{17A62BC5-9680-EC44-9459-4B692164ACD0}"/>
          </ac:spMkLst>
        </pc:spChg>
        <pc:spChg chg="add mod">
          <ac:chgData name="Luzie Wintersohl" userId="bebfda936d977701" providerId="LiveId" clId="{4F69B3C1-BC80-45AC-84C6-F99013046961}" dt="2022-02-15T15:11:31.139" v="902" actId="1076"/>
          <ac:spMkLst>
            <pc:docMk/>
            <pc:sldMk cId="3341974471" sldId="261"/>
            <ac:spMk id="11" creationId="{148AE813-001C-41FB-A0C3-7F60DD25F73E}"/>
          </ac:spMkLst>
        </pc:spChg>
        <pc:spChg chg="add mod ord">
          <ac:chgData name="Luzie Wintersohl" userId="bebfda936d977701" providerId="LiveId" clId="{4F69B3C1-BC80-45AC-84C6-F99013046961}" dt="2022-02-15T15:11:34.558" v="903" actId="1076"/>
          <ac:spMkLst>
            <pc:docMk/>
            <pc:sldMk cId="3341974471" sldId="261"/>
            <ac:spMk id="12" creationId="{7F970628-14C3-4031-AFF0-13B4A93EF852}"/>
          </ac:spMkLst>
        </pc:spChg>
      </pc:sldChg>
      <pc:sldChg chg="add setBg">
        <pc:chgData name="Luzie Wintersohl" userId="bebfda936d977701" providerId="LiveId" clId="{4F69B3C1-BC80-45AC-84C6-F99013046961}" dt="2022-02-15T04:59:45.752" v="4"/>
        <pc:sldMkLst>
          <pc:docMk/>
          <pc:sldMk cId="2103273955" sldId="263"/>
        </pc:sldMkLst>
      </pc:sldChg>
      <pc:sldChg chg="delSp add setBg delDesignElem">
        <pc:chgData name="Luzie Wintersohl" userId="bebfda936d977701" providerId="LiveId" clId="{4F69B3C1-BC80-45AC-84C6-F99013046961}" dt="2022-02-15T04:59:45.752" v="4"/>
        <pc:sldMkLst>
          <pc:docMk/>
          <pc:sldMk cId="63363500" sldId="264"/>
        </pc:sldMkLst>
        <pc:spChg chg="del">
          <ac:chgData name="Luzie Wintersohl" userId="bebfda936d977701" providerId="LiveId" clId="{4F69B3C1-BC80-45AC-84C6-F99013046961}" dt="2022-02-15T04:59:45.752" v="4"/>
          <ac:spMkLst>
            <pc:docMk/>
            <pc:sldMk cId="63363500" sldId="264"/>
            <ac:spMk id="16" creationId="{E8DC6FCD-811B-436E-9FEE-FC957486CD7E}"/>
          </ac:spMkLst>
        </pc:spChg>
      </pc:sldChg>
      <pc:sldChg chg="add">
        <pc:chgData name="Luzie Wintersohl" userId="bebfda936d977701" providerId="LiveId" clId="{4F69B3C1-BC80-45AC-84C6-F99013046961}" dt="2022-02-15T04:59:45.752" v="4"/>
        <pc:sldMkLst>
          <pc:docMk/>
          <pc:sldMk cId="2297358038" sldId="265"/>
        </pc:sldMkLst>
      </pc:sldChg>
      <pc:sldChg chg="add del">
        <pc:chgData name="Luzie Wintersohl" userId="bebfda936d977701" providerId="LiveId" clId="{4F69B3C1-BC80-45AC-84C6-F99013046961}" dt="2022-02-15T04:59:59.210" v="7" actId="2696"/>
        <pc:sldMkLst>
          <pc:docMk/>
          <pc:sldMk cId="2487975859" sldId="266"/>
        </pc:sldMkLst>
      </pc:sldChg>
      <pc:sldChg chg="add">
        <pc:chgData name="Luzie Wintersohl" userId="bebfda936d977701" providerId="LiveId" clId="{4F69B3C1-BC80-45AC-84C6-F99013046961}" dt="2022-02-15T04:59:45.752" v="4"/>
        <pc:sldMkLst>
          <pc:docMk/>
          <pc:sldMk cId="841684150" sldId="267"/>
        </pc:sldMkLst>
      </pc:sldChg>
      <pc:sldChg chg="add">
        <pc:chgData name="Luzie Wintersohl" userId="bebfda936d977701" providerId="LiveId" clId="{4F69B3C1-BC80-45AC-84C6-F99013046961}" dt="2022-02-15T04:59:45.752" v="4"/>
        <pc:sldMkLst>
          <pc:docMk/>
          <pc:sldMk cId="1154931158" sldId="268"/>
        </pc:sldMkLst>
      </pc:sldChg>
      <pc:sldChg chg="modSp new del mod">
        <pc:chgData name="Luzie Wintersohl" userId="bebfda936d977701" providerId="LiveId" clId="{4F69B3C1-BC80-45AC-84C6-F99013046961}" dt="2022-02-15T15:07:51.850" v="618" actId="2696"/>
        <pc:sldMkLst>
          <pc:docMk/>
          <pc:sldMk cId="2856730746" sldId="269"/>
        </pc:sldMkLst>
        <pc:spChg chg="mod">
          <ac:chgData name="Luzie Wintersohl" userId="bebfda936d977701" providerId="LiveId" clId="{4F69B3C1-BC80-45AC-84C6-F99013046961}" dt="2022-02-15T05:00:22.646" v="41" actId="20577"/>
          <ac:spMkLst>
            <pc:docMk/>
            <pc:sldMk cId="2856730746" sldId="269"/>
            <ac:spMk id="2" creationId="{C4F3A153-F99C-4556-96E8-6FB0D52C7A43}"/>
          </ac:spMkLst>
        </pc:spChg>
      </pc:sldChg>
      <pc:sldChg chg="addSp modSp new mod">
        <pc:chgData name="Luzie Wintersohl" userId="bebfda936d977701" providerId="LiveId" clId="{4F69B3C1-BC80-45AC-84C6-F99013046961}" dt="2022-02-15T05:06:27.208" v="617" actId="14100"/>
        <pc:sldMkLst>
          <pc:docMk/>
          <pc:sldMk cId="3963170439" sldId="270"/>
        </pc:sldMkLst>
        <pc:spChg chg="add mod">
          <ac:chgData name="Luzie Wintersohl" userId="bebfda936d977701" providerId="LiveId" clId="{4F69B3C1-BC80-45AC-84C6-F99013046961}" dt="2022-02-15T05:06:27.208" v="617" actId="14100"/>
          <ac:spMkLst>
            <pc:docMk/>
            <pc:sldMk cId="3963170439" sldId="270"/>
            <ac:spMk id="4" creationId="{FF6857AC-D355-45D5-85DD-1462351EB26C}"/>
          </ac:spMkLst>
        </pc:spChg>
      </pc:sldChg>
      <pc:sldMasterChg chg="addSldLayout">
        <pc:chgData name="Luzie Wintersohl" userId="bebfda936d977701" providerId="LiveId" clId="{4F69B3C1-BC80-45AC-84C6-F99013046961}" dt="2022-02-15T04:59:41.165" v="0" actId="680"/>
        <pc:sldMasterMkLst>
          <pc:docMk/>
          <pc:sldMasterMk cId="2272431551" sldId="2147483648"/>
        </pc:sldMasterMkLst>
        <pc:sldLayoutChg chg="add">
          <pc:chgData name="Luzie Wintersohl" userId="bebfda936d977701" providerId="LiveId" clId="{4F69B3C1-BC80-45AC-84C6-F99013046961}" dt="2022-02-15T04:59:41.165" v="0" actId="680"/>
          <pc:sldLayoutMkLst>
            <pc:docMk/>
            <pc:sldMasterMk cId="2272431551" sldId="2147483648"/>
            <pc:sldLayoutMk cId="2821839383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03A47-92F2-461E-8E94-61ADBD0AC8E4}" type="datetimeFigureOut">
              <a:rPr lang="es-ES" smtClean="0"/>
              <a:t>15/02/2022</a:t>
            </a:fld>
            <a:endParaRPr lang="es-E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0488-4D42-4400-B8BD-0DDACA8FB813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669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Tabelle </a:t>
            </a:r>
            <a:r>
              <a:rPr lang="de-DE" dirty="0" err="1"/>
              <a:t>ventajas</a:t>
            </a:r>
            <a:r>
              <a:rPr lang="de-DE" dirty="0"/>
              <a:t> – </a:t>
            </a:r>
            <a:r>
              <a:rPr lang="de-DE" dirty="0" err="1"/>
              <a:t>desventajas</a:t>
            </a:r>
            <a:r>
              <a:rPr lang="de-DE" dirty="0"/>
              <a:t> - </a:t>
            </a:r>
            <a:r>
              <a:rPr lang="de-DE" dirty="0" err="1"/>
              <a:t>soluciones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7F468-FBF2-144C-B9BD-038F5A0280B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219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Qué piensas? ¿Por qué existen este </a:t>
            </a:r>
            <a:r>
              <a:rPr lang="es-ES" err="1"/>
              <a:t>graffiti</a:t>
            </a:r>
            <a:r>
              <a:rPr lang="es-ES"/>
              <a:t> en las calles de Barcelona?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7F468-FBF2-144C-B9BD-038F5A0280B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730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 veces es más que un temor o un simple rechazo a veces es odio fuerte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7F468-FBF2-144C-B9BD-038F5A0280B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5034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https://</a:t>
            </a:r>
            <a:r>
              <a:rPr lang="es-ES" err="1"/>
              <a:t>www.youtube.com</a:t>
            </a:r>
            <a:r>
              <a:rPr lang="es-ES"/>
              <a:t>/</a:t>
            </a:r>
            <a:r>
              <a:rPr lang="es-ES" err="1"/>
              <a:t>watch?v</a:t>
            </a:r>
            <a:r>
              <a:rPr lang="es-ES"/>
              <a:t>=</a:t>
            </a:r>
            <a:r>
              <a:rPr lang="es-ES" err="1"/>
              <a:t>8rj-eGln0JU</a:t>
            </a:r>
            <a:endParaRPr lang="es-E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7F468-FBF2-144C-B9BD-038F5A0280B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027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https://</a:t>
            </a:r>
            <a:r>
              <a:rPr lang="es-ES" err="1"/>
              <a:t>www.youtube.com</a:t>
            </a:r>
            <a:r>
              <a:rPr lang="es-ES"/>
              <a:t>/</a:t>
            </a:r>
            <a:r>
              <a:rPr lang="es-ES" err="1"/>
              <a:t>watch?v</a:t>
            </a:r>
            <a:r>
              <a:rPr lang="es-ES"/>
              <a:t>=</a:t>
            </a:r>
            <a:r>
              <a:rPr lang="es-ES" err="1"/>
              <a:t>8rj-eGln0JU</a:t>
            </a:r>
            <a:endParaRPr lang="es-ES"/>
          </a:p>
          <a:p>
            <a:endParaRPr lang="es-E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7F468-FBF2-144C-B9BD-038F5A0280B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764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A327D-A4C6-4834-8FFC-CC8EDA3AF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2543BE-532F-4482-86CB-4F71C5C77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183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47692D-7D80-ED4C-904C-A7C8D2D4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1247F2-2FAD-3847-82BA-B3C56870A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534A9-5572-AF48-B876-9B9C7783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40A3-8E73-DF4F-A137-91EBE3D30454}" type="datetimeFigureOut">
              <a:rPr lang="de-DE" smtClean="0"/>
              <a:t>15.02.2022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6B98F5-31E3-614C-AA3D-70CAFFA11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78013-8D22-324D-90D8-C9E11E05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4542D-4F46-E14F-9B72-C1F8368D8A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70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43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10.jpeg"/><Relationship Id="rId7" Type="http://schemas.openxmlformats.org/officeDocument/2006/relationships/oleObject" Target="../embeddings/oleObject1.bin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11" Type="http://schemas.openxmlformats.org/officeDocument/2006/relationships/image" Target="../media/image17.jpeg"/><Relationship Id="rId5" Type="http://schemas.openxmlformats.org/officeDocument/2006/relationships/image" Target="../media/image12.jpeg"/><Relationship Id="rId10" Type="http://schemas.openxmlformats.org/officeDocument/2006/relationships/image" Target="../media/image16.jpeg"/><Relationship Id="rId4" Type="http://schemas.openxmlformats.org/officeDocument/2006/relationships/image" Target="../media/image11.jpeg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AA4F17-FBEE-8C4A-80F2-FFCDF5B3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31" y="248245"/>
            <a:ext cx="10515600" cy="1325563"/>
          </a:xfrm>
        </p:spPr>
        <p:txBody>
          <a:bodyPr>
            <a:normAutofit/>
          </a:bodyPr>
          <a:lstStyle/>
          <a:p>
            <a:r>
              <a:rPr lang="de-DE" sz="2400" dirty="0"/>
              <a:t>Repetición: Las diversas caras del turismo en Espa</a:t>
            </a:r>
            <a:r>
              <a:rPr lang="es-ES" sz="2400" dirty="0"/>
              <a:t>ña</a:t>
            </a:r>
            <a:endParaRPr lang="de-DE" sz="2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A62BC5-9680-EC44-9459-4B692164A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247" y="671914"/>
            <a:ext cx="63080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/>
              <a:t>Habla con tu compa</a:t>
            </a:r>
            <a:r>
              <a:rPr lang="es-ES" sz="2400" dirty="0"/>
              <a:t>ñero/a sobre </a:t>
            </a:r>
            <a:r>
              <a:rPr lang="es-ES" sz="2400" b="1" dirty="0"/>
              <a:t>las ventajas y desventajas </a:t>
            </a:r>
            <a:r>
              <a:rPr lang="es-ES" sz="2400" dirty="0"/>
              <a:t>del turismo.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</p:txBody>
      </p:sp>
      <p:pic>
        <p:nvPicPr>
          <p:cNvPr id="4" name="Inhaltsplatzhalter 4" descr="Ein Bild, das draußen, Strand, Menge, Personen enthält.&#10;&#10;Automatisch generierte Beschreibung">
            <a:extLst>
              <a:ext uri="{FF2B5EF4-FFF2-40B4-BE49-F238E27FC236}">
                <a16:creationId xmlns:a16="http://schemas.microsoft.com/office/drawing/2014/main" id="{B5435C78-6C46-6244-8611-EDF1E51CC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31" y="1778360"/>
            <a:ext cx="3937278" cy="2216125"/>
          </a:xfrm>
          <a:prstGeom prst="rect">
            <a:avLst/>
          </a:prstGeom>
        </p:spPr>
      </p:pic>
      <p:pic>
        <p:nvPicPr>
          <p:cNvPr id="5" name="Grafik 21">
            <a:extLst>
              <a:ext uri="{FF2B5EF4-FFF2-40B4-BE49-F238E27FC236}">
                <a16:creationId xmlns:a16="http://schemas.microsoft.com/office/drawing/2014/main" id="{A3FDD639-DADC-0B49-9867-1934454C9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931" y="4609114"/>
            <a:ext cx="3114784" cy="2132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Bild 1" descr="WelcomeInnovation: Interkultureller Austausch">
            <a:extLst>
              <a:ext uri="{FF2B5EF4-FFF2-40B4-BE49-F238E27FC236}">
                <a16:creationId xmlns:a16="http://schemas.microsoft.com/office/drawing/2014/main" id="{99657B1C-8CD8-0F41-B8CD-53D9668B7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31" y="4403588"/>
            <a:ext cx="3388293" cy="227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6" descr="Ein Bild, das draußen, Ebene, Wasser, Flugzeug enthält.&#10;&#10;Automatisch generierte Beschreibung">
            <a:extLst>
              <a:ext uri="{FF2B5EF4-FFF2-40B4-BE49-F238E27FC236}">
                <a16:creationId xmlns:a16="http://schemas.microsoft.com/office/drawing/2014/main" id="{C1A17DAA-AE9C-8747-B32F-CF7A9A7036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325" y="2092661"/>
            <a:ext cx="4192336" cy="2358189"/>
          </a:xfrm>
          <a:prstGeom prst="rect">
            <a:avLst/>
          </a:prstGeom>
        </p:spPr>
      </p:pic>
      <p:pic>
        <p:nvPicPr>
          <p:cNvPr id="8" name="Grafik 7" descr="Ein Bild, das draußen, Gebäude, Stadt, Wasser enthält.&#10;&#10;Automatisch generierte Beschreibung">
            <a:extLst>
              <a:ext uri="{FF2B5EF4-FFF2-40B4-BE49-F238E27FC236}">
                <a16:creationId xmlns:a16="http://schemas.microsoft.com/office/drawing/2014/main" id="{94C86514-67EE-514C-968C-A00AB980A1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774" y="136455"/>
            <a:ext cx="4701777" cy="2404318"/>
          </a:xfrm>
          <a:prstGeom prst="rect">
            <a:avLst/>
          </a:prstGeom>
        </p:spPr>
      </p:pic>
      <p:pic>
        <p:nvPicPr>
          <p:cNvPr id="9" name="Grafik 19">
            <a:extLst>
              <a:ext uri="{FF2B5EF4-FFF2-40B4-BE49-F238E27FC236}">
                <a16:creationId xmlns:a16="http://schemas.microsoft.com/office/drawing/2014/main" id="{225FD6D9-6FBE-F04C-92DF-BC01B97CE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277" y="2204796"/>
            <a:ext cx="3637237" cy="2665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9" descr="Ein Bild, das Person, Essen, Tisch, drinnen enthält.&#10;&#10;Automatisch generierte Beschreibung">
            <a:extLst>
              <a:ext uri="{FF2B5EF4-FFF2-40B4-BE49-F238E27FC236}">
                <a16:creationId xmlns:a16="http://schemas.microsoft.com/office/drawing/2014/main" id="{FA1A28F9-D636-7144-9164-8E5895C842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713" y="4725468"/>
            <a:ext cx="3023537" cy="2015691"/>
          </a:xfrm>
          <a:prstGeom prst="rect">
            <a:avLst/>
          </a:prstGeom>
        </p:spPr>
      </p:pic>
      <p:sp>
        <p:nvSpPr>
          <p:cNvPr id="11" name="Sprechblase: rechteckig mit abgerundeten Ecken 10">
            <a:extLst>
              <a:ext uri="{FF2B5EF4-FFF2-40B4-BE49-F238E27FC236}">
                <a16:creationId xmlns:a16="http://schemas.microsoft.com/office/drawing/2014/main" id="{148AE813-001C-41FB-A0C3-7F60DD25F73E}"/>
              </a:ext>
            </a:extLst>
          </p:cNvPr>
          <p:cNvSpPr/>
          <p:nvPr/>
        </p:nvSpPr>
        <p:spPr>
          <a:xfrm>
            <a:off x="3631966" y="1064327"/>
            <a:ext cx="349499" cy="294290"/>
          </a:xfrm>
          <a:prstGeom prst="wedgeRoundRectCallout">
            <a:avLst>
              <a:gd name="adj1" fmla="val 906"/>
              <a:gd name="adj2" fmla="val 8715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Sprechblase: rechteckig mit abgerundeten Ecken 11">
            <a:extLst>
              <a:ext uri="{FF2B5EF4-FFF2-40B4-BE49-F238E27FC236}">
                <a16:creationId xmlns:a16="http://schemas.microsoft.com/office/drawing/2014/main" id="{7F970628-14C3-4031-AFF0-13B4A93EF852}"/>
              </a:ext>
            </a:extLst>
          </p:cNvPr>
          <p:cNvSpPr/>
          <p:nvPr/>
        </p:nvSpPr>
        <p:spPr>
          <a:xfrm>
            <a:off x="3947963" y="1121733"/>
            <a:ext cx="349499" cy="294290"/>
          </a:xfrm>
          <a:prstGeom prst="wedgeRoundRectCallout">
            <a:avLst>
              <a:gd name="adj1" fmla="val 46015"/>
              <a:gd name="adj2" fmla="val 8715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97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Gebäude, draußen, Bürgersteig enthält.&#10;&#10;Automatisch generierte Beschreibung">
            <a:extLst>
              <a:ext uri="{FF2B5EF4-FFF2-40B4-BE49-F238E27FC236}">
                <a16:creationId xmlns:a16="http://schemas.microsoft.com/office/drawing/2014/main" id="{099CFD40-4E9B-4203-8F62-3F3BF9138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57" y="698157"/>
            <a:ext cx="9945976" cy="51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7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draußen, Straße enthält.&#10;&#10;Automatisch generierte Beschreibung">
            <a:extLst>
              <a:ext uri="{FF2B5EF4-FFF2-40B4-BE49-F238E27FC236}">
                <a16:creationId xmlns:a16="http://schemas.microsoft.com/office/drawing/2014/main" id="{56CFA296-A275-4331-9BD1-DC57B9315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73" y="230461"/>
            <a:ext cx="3270910" cy="2145915"/>
          </a:xfrm>
          <a:prstGeom prst="rect">
            <a:avLst/>
          </a:prstGeom>
        </p:spPr>
      </p:pic>
      <p:pic>
        <p:nvPicPr>
          <p:cNvPr id="8" name="Grafik 7" descr="Ein Bild, das Text, Person enthält.&#10;&#10;Automatisch generierte Beschreibung">
            <a:extLst>
              <a:ext uri="{FF2B5EF4-FFF2-40B4-BE49-F238E27FC236}">
                <a16:creationId xmlns:a16="http://schemas.microsoft.com/office/drawing/2014/main" id="{343E19D1-7555-45D9-895E-79B5F9698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75" y="2560319"/>
            <a:ext cx="3340276" cy="1828801"/>
          </a:xfrm>
          <a:prstGeom prst="rect">
            <a:avLst/>
          </a:prstGeom>
        </p:spPr>
      </p:pic>
      <p:pic>
        <p:nvPicPr>
          <p:cNvPr id="10" name="Grafik 9" descr="Ein Bild, das Text, draußen, Baum, Straße enthält.&#10;&#10;Automatisch generierte Beschreibung">
            <a:extLst>
              <a:ext uri="{FF2B5EF4-FFF2-40B4-BE49-F238E27FC236}">
                <a16:creationId xmlns:a16="http://schemas.microsoft.com/office/drawing/2014/main" id="{F505FF8E-D8B5-4BD1-BEA1-D436B385A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864" y="271311"/>
            <a:ext cx="2806753" cy="2105065"/>
          </a:xfrm>
          <a:prstGeom prst="rect">
            <a:avLst/>
          </a:prstGeom>
        </p:spPr>
      </p:pic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35BB7457-445F-4079-8F2A-206B9EEEC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774" y="254264"/>
            <a:ext cx="3493518" cy="2098308"/>
          </a:xfrm>
          <a:prstGeom prst="rect">
            <a:avLst/>
          </a:prstGeom>
        </p:spPr>
      </p:pic>
      <p:pic>
        <p:nvPicPr>
          <p:cNvPr id="16" name="Grafik 15" descr="Ein Bild, das Text, draußen, Zement, Stein enthält.&#10;&#10;Automatisch generierte Beschreibung">
            <a:extLst>
              <a:ext uri="{FF2B5EF4-FFF2-40B4-BE49-F238E27FC236}">
                <a16:creationId xmlns:a16="http://schemas.microsoft.com/office/drawing/2014/main" id="{6864033B-8337-4165-8BDD-E87F7CB41C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75" y="4573063"/>
            <a:ext cx="3355969" cy="2098308"/>
          </a:xfrm>
          <a:prstGeom prst="rect">
            <a:avLst/>
          </a:prstGeom>
        </p:spPr>
      </p:pic>
      <p:graphicFrame>
        <p:nvGraphicFramePr>
          <p:cNvPr id="17" name="Objekt 16">
            <a:extLst>
              <a:ext uri="{FF2B5EF4-FFF2-40B4-BE49-F238E27FC236}">
                <a16:creationId xmlns:a16="http://schemas.microsoft.com/office/drawing/2014/main" id="{4901DD7B-4DC6-45A3-92FF-034771899A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7542" y="2560319"/>
          <a:ext cx="2828075" cy="2098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-Bild" r:id="rId7" imgW="9753480" imgH="7315200" progId="Paint.Picture">
                  <p:embed/>
                </p:oleObj>
              </mc:Choice>
              <mc:Fallback>
                <p:oleObj name="Bitmap-Bild" r:id="rId7" imgW="9753480" imgH="7315200" progId="Paint.Picture">
                  <p:embed/>
                  <p:pic>
                    <p:nvPicPr>
                      <p:cNvPr id="17" name="Objekt 16">
                        <a:extLst>
                          <a:ext uri="{FF2B5EF4-FFF2-40B4-BE49-F238E27FC236}">
                            <a16:creationId xmlns:a16="http://schemas.microsoft.com/office/drawing/2014/main" id="{4901DD7B-4DC6-45A3-92FF-034771899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17542" y="2560319"/>
                        <a:ext cx="2828075" cy="2098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Grafik 18" descr="Ein Bild, das Text, Gebäude, Schild enthält.&#10;&#10;Automatisch generierte Beschreibung">
            <a:extLst>
              <a:ext uri="{FF2B5EF4-FFF2-40B4-BE49-F238E27FC236}">
                <a16:creationId xmlns:a16="http://schemas.microsoft.com/office/drawing/2014/main" id="{84538101-700B-46C9-A3CB-DBA670D4D6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3736" y="4947917"/>
            <a:ext cx="2973637" cy="1673733"/>
          </a:xfrm>
          <a:prstGeom prst="rect">
            <a:avLst/>
          </a:prstGeom>
        </p:spPr>
      </p:pic>
      <p:pic>
        <p:nvPicPr>
          <p:cNvPr id="21" name="Grafik 20" descr="Ein Bild, das Text, Getränk, Dose enthält.&#10;&#10;Automatisch generierte Beschreibung">
            <a:extLst>
              <a:ext uri="{FF2B5EF4-FFF2-40B4-BE49-F238E27FC236}">
                <a16:creationId xmlns:a16="http://schemas.microsoft.com/office/drawing/2014/main" id="{DCD7FFA0-9687-451C-8D1D-F4B42549A8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1774" y="2420905"/>
            <a:ext cx="3499049" cy="1968215"/>
          </a:xfrm>
          <a:prstGeom prst="rect">
            <a:avLst/>
          </a:prstGeom>
        </p:spPr>
      </p:pic>
      <p:pic>
        <p:nvPicPr>
          <p:cNvPr id="23" name="Grafik 22" descr="Ein Bild, das Text, Whiteboard enthält.&#10;&#10;Automatisch generierte Beschreibung">
            <a:extLst>
              <a:ext uri="{FF2B5EF4-FFF2-40B4-BE49-F238E27FC236}">
                <a16:creationId xmlns:a16="http://schemas.microsoft.com/office/drawing/2014/main" id="{E39CCD70-67CF-4CA4-8C62-4103C9573B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1774" y="4573063"/>
            <a:ext cx="3493518" cy="200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5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gelb, Schild enthält.&#10;&#10;Automatisch generierte Beschreibung">
            <a:extLst>
              <a:ext uri="{FF2B5EF4-FFF2-40B4-BE49-F238E27FC236}">
                <a16:creationId xmlns:a16="http://schemas.microsoft.com/office/drawing/2014/main" id="{D8DB3EFE-1E45-42F5-A805-F7F08816E7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932" r="2" b="5228"/>
          <a:stretch/>
        </p:blipFill>
        <p:spPr>
          <a:xfrm>
            <a:off x="6195373" y="171717"/>
            <a:ext cx="5797883" cy="3167426"/>
          </a:xfrm>
          <a:prstGeom prst="rect">
            <a:avLst/>
          </a:prstGeom>
        </p:spPr>
      </p:pic>
      <p:pic>
        <p:nvPicPr>
          <p:cNvPr id="11" name="Grafik 10" descr="Ein Bild, das Gebäude, draußen, Boden, Schlittschuhlaufen enthält.&#10;&#10;Automatisch generierte Beschreibung">
            <a:extLst>
              <a:ext uri="{FF2B5EF4-FFF2-40B4-BE49-F238E27FC236}">
                <a16:creationId xmlns:a16="http://schemas.microsoft.com/office/drawing/2014/main" id="{738F08DA-54E3-4A47-8E27-2744E9C4BE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285" r="-2" b="15701"/>
          <a:stretch/>
        </p:blipFill>
        <p:spPr>
          <a:xfrm>
            <a:off x="198739" y="3510858"/>
            <a:ext cx="5804105" cy="2789948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A33096F-68F7-4098-B49E-BE52AE491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19388" r="2" b="4233"/>
          <a:stretch/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  <p:pic>
        <p:nvPicPr>
          <p:cNvPr id="13" name="Grafik 12" descr="Ein Bild, das Text, Whiteboard enthält.&#10;&#10;Automatisch generierte Beschreibung">
            <a:extLst>
              <a:ext uri="{FF2B5EF4-FFF2-40B4-BE49-F238E27FC236}">
                <a16:creationId xmlns:a16="http://schemas.microsoft.com/office/drawing/2014/main" id="{52F480BE-E853-4394-B01A-058EE99C16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6" y="159642"/>
            <a:ext cx="5898972" cy="322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C559C-D146-458E-9813-29DB3352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La </a:t>
            </a:r>
            <a:r>
              <a:rPr lang="es-ES" err="1"/>
              <a:t>turismofobia</a:t>
            </a:r>
            <a:endParaRPr lang="es-E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E1C2FB-0CA0-44F6-A8FF-91738C0EF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6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1. Mira el vídeo siguiente en </a:t>
            </a:r>
            <a:r>
              <a:rPr lang="es-ES" dirty="0" err="1"/>
              <a:t>youtube</a:t>
            </a:r>
            <a:r>
              <a:rPr lang="es-ES" dirty="0"/>
              <a:t> (hasta 7:20) y apunta las razones de la </a:t>
            </a:r>
            <a:r>
              <a:rPr lang="es-ES" dirty="0" err="1"/>
              <a:t>turismofobia</a:t>
            </a:r>
            <a:r>
              <a:rPr lang="es-ES" dirty="0"/>
              <a:t> que se presenta en el vídeo.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17EE3D-3CC0-4744-9B27-91BAD112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50" y="2914828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8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C559C-D146-458E-9813-29DB3352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</a:t>
            </a:r>
            <a:r>
              <a:rPr lang="es-ES" dirty="0" err="1"/>
              <a:t>turismofobia</a:t>
            </a:r>
            <a:endParaRPr lang="es-E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E1C2FB-0CA0-44F6-A8FF-91738C0EF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6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/>
              <a:t>1. Mira el vídeo siguiente en </a:t>
            </a:r>
            <a:r>
              <a:rPr lang="es-ES" err="1"/>
              <a:t>youtube</a:t>
            </a:r>
            <a:r>
              <a:rPr lang="es-ES"/>
              <a:t> (hasta 7:20) y apunta las razones de la </a:t>
            </a:r>
            <a:r>
              <a:rPr lang="es-ES" err="1"/>
              <a:t>turismofobia</a:t>
            </a:r>
            <a:r>
              <a:rPr lang="es-ES"/>
              <a:t> que se presenta en el vídeo.</a:t>
            </a:r>
          </a:p>
          <a:p>
            <a:pPr marL="0" indent="0">
              <a:buNone/>
            </a:pPr>
            <a:endParaRPr lang="es-ES"/>
          </a:p>
          <a:p>
            <a:pPr marL="0" indent="0">
              <a:buNone/>
            </a:pPr>
            <a:endParaRPr lang="es-E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17EE3D-3CC0-4744-9B27-91BAD112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50" y="2914828"/>
            <a:ext cx="2857143" cy="285714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9B57E8F-9C1A-47D0-8731-54E3410829AF}"/>
              </a:ext>
            </a:extLst>
          </p:cNvPr>
          <p:cNvSpPr txBox="1"/>
          <p:nvPr/>
        </p:nvSpPr>
        <p:spPr>
          <a:xfrm>
            <a:off x="3987538" y="4034672"/>
            <a:ext cx="77959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/>
              <a:t>2. Mira la papeleta de </a:t>
            </a:r>
            <a:r>
              <a:rPr lang="es-ES" sz="2800" err="1"/>
              <a:t>Sophia</a:t>
            </a:r>
            <a:r>
              <a:rPr lang="es-ES" sz="2800"/>
              <a:t>: ¿A cuál </a:t>
            </a:r>
            <a:r>
              <a:rPr lang="es-ES" sz="2800" b="1"/>
              <a:t>tipo de turismo </a:t>
            </a:r>
            <a:r>
              <a:rPr lang="es-ES" sz="2800"/>
              <a:t>se refiere la </a:t>
            </a:r>
            <a:r>
              <a:rPr lang="es-ES" sz="2800" err="1"/>
              <a:t>turismofobia</a:t>
            </a:r>
            <a:r>
              <a:rPr lang="es-ES" sz="2800"/>
              <a:t> de los habitantes en el vídeo principalmente?</a:t>
            </a:r>
          </a:p>
        </p:txBody>
      </p:sp>
    </p:spTree>
    <p:extLst>
      <p:ext uri="{BB962C8B-B14F-4D97-AF65-F5344CB8AC3E}">
        <p14:creationId xmlns:p14="http://schemas.microsoft.com/office/powerpoint/2010/main" val="1154931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B251B-CA5D-4BF6-BC87-EC4DA03F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612EBD-38C2-495A-8E10-E47E7DA23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F6857AC-D355-45D5-85DD-1462351EB26C}"/>
              </a:ext>
            </a:extLst>
          </p:cNvPr>
          <p:cNvSpPr txBox="1"/>
          <p:nvPr/>
        </p:nvSpPr>
        <p:spPr>
          <a:xfrm>
            <a:off x="567557" y="4508938"/>
            <a:ext cx="11046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s-ES" dirty="0"/>
              <a:t>Escribe una </a:t>
            </a:r>
            <a:r>
              <a:rPr lang="es-ES" b="1" dirty="0"/>
              <a:t>carta al director</a:t>
            </a:r>
            <a:r>
              <a:rPr lang="es-ES" dirty="0"/>
              <a:t> en la que comentas el comportamiento de los barceloneses y discutes posibles soluciones para el problema del turismo.</a:t>
            </a:r>
          </a:p>
          <a:p>
            <a:pPr marL="342900" indent="-342900">
              <a:buAutoNum type="alphaUcParenR"/>
            </a:pPr>
            <a:r>
              <a:rPr lang="es-ES" dirty="0"/>
              <a:t>Graba un audio para tu amigo Paolo de Barcelona en el que comentas el comportamiento de los barceloneses y discutes posibles soluciones para el problema del turismo.</a:t>
            </a:r>
          </a:p>
        </p:txBody>
      </p:sp>
    </p:spTree>
    <p:extLst>
      <p:ext uri="{BB962C8B-B14F-4D97-AF65-F5344CB8AC3E}">
        <p14:creationId xmlns:p14="http://schemas.microsoft.com/office/powerpoint/2010/main" val="396317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7CE50A685B36439E3EE65CE348225A" ma:contentTypeVersion="11" ma:contentTypeDescription="Create a new document." ma:contentTypeScope="" ma:versionID="d8bb0e2c3d4ee06248b6ff86ecb3af05">
  <xsd:schema xmlns:xsd="http://www.w3.org/2001/XMLSchema" xmlns:xs="http://www.w3.org/2001/XMLSchema" xmlns:p="http://schemas.microsoft.com/office/2006/metadata/properties" xmlns:ns2="aaef970e-618f-4fc9-806f-9890173d7060" xmlns:ns3="c91cd714-f12f-4168-9c39-1f8ba0184c45" targetNamespace="http://schemas.microsoft.com/office/2006/metadata/properties" ma:root="true" ma:fieldsID="7487ac9cecc8151ccca0395bdd463e6a" ns2:_="" ns3:_="">
    <xsd:import namespace="aaef970e-618f-4fc9-806f-9890173d7060"/>
    <xsd:import namespace="c91cd714-f12f-4168-9c39-1f8ba0184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f970e-618f-4fc9-806f-9890173d7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87b9810-5a0e-496c-ad2b-fc4640a05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cd714-f12f-4168-9c39-1f8ba0184c4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c723458-385a-4678-99d2-68db79b8fb4f}" ma:internalName="TaxCatchAll" ma:showField="CatchAllData" ma:web="c91cd714-f12f-4168-9c39-1f8ba0184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f970e-618f-4fc9-806f-9890173d7060">
      <Terms xmlns="http://schemas.microsoft.com/office/infopath/2007/PartnerControls"/>
    </lcf76f155ced4ddcb4097134ff3c332f>
    <TaxCatchAll xmlns="c91cd714-f12f-4168-9c39-1f8ba0184c45" xsi:nil="true"/>
  </documentManagement>
</p:properties>
</file>

<file path=customXml/itemProps1.xml><?xml version="1.0" encoding="utf-8"?>
<ds:datastoreItem xmlns:ds="http://schemas.openxmlformats.org/officeDocument/2006/customXml" ds:itemID="{C7CC7397-42ED-4F12-ADFF-1EF2606757D7}"/>
</file>

<file path=customXml/itemProps2.xml><?xml version="1.0" encoding="utf-8"?>
<ds:datastoreItem xmlns:ds="http://schemas.openxmlformats.org/officeDocument/2006/customXml" ds:itemID="{768DCFD9-6734-479F-8A6E-64D2B0BB1A34}"/>
</file>

<file path=customXml/itemProps3.xml><?xml version="1.0" encoding="utf-8"?>
<ds:datastoreItem xmlns:ds="http://schemas.openxmlformats.org/officeDocument/2006/customXml" ds:itemID="{642CB4FD-604D-4AFB-9B0D-BA9C0D8A220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Office PowerPoint</Application>
  <PresentationFormat>Breitbild</PresentationFormat>
  <Paragraphs>19</Paragraphs>
  <Slides>7</Slides>
  <Notes>5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Bitmap-Bild</vt:lpstr>
      <vt:lpstr>Repetición: Las diversas caras del turismo en España</vt:lpstr>
      <vt:lpstr>PowerPoint-Präsentation</vt:lpstr>
      <vt:lpstr>PowerPoint-Präsentation</vt:lpstr>
      <vt:lpstr>PowerPoint-Präsentation</vt:lpstr>
      <vt:lpstr>La turismofobia</vt:lpstr>
      <vt:lpstr>La turismofobia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Preparación del comentario</dc:title>
  <dc:creator>Luzie Wintersohl</dc:creator>
  <cp:lastModifiedBy>Luzie Wintersohl</cp:lastModifiedBy>
  <cp:revision>1</cp:revision>
  <dcterms:created xsi:type="dcterms:W3CDTF">2022-02-15T04:59:37Z</dcterms:created>
  <dcterms:modified xsi:type="dcterms:W3CDTF">2022-02-15T15:12:03Z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0x010100E67CE50A685B36439E3EE65CE348225A</vt:lpwstr>
  </property>
</Properties>
</file>