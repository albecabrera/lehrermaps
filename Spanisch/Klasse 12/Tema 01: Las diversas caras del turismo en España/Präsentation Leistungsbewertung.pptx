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70" r:id="rId5"/>
    <p:sldId id="274" r:id="rId6"/>
    <p:sldId id="271" r:id="rId7"/>
    <p:sldId id="262" r:id="rId8"/>
    <p:sldId id="265" r:id="rId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446" autoAdjust="0"/>
    <p:restoredTop sz="94660"/>
  </p:normalViewPr>
  <p:slideViewPr>
    <p:cSldViewPr snapToGrid="0">
      <p:cViewPr>
        <p:scale>
          <a:sx n="67" d="100"/>
          <a:sy n="67" d="100"/>
        </p:scale>
        <p:origin x="4064" y="219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4C3FF4-4524-4831-A247-66F9993636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0D5C887-7473-465F-BB8E-224A77F0DF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28B040A-372A-4703-815B-A5E7AA349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679D6-03C1-4029-9890-3F4F8D27A55C}" type="datetimeFigureOut">
              <a:rPr lang="es-ES" smtClean="0"/>
              <a:t>7/9/25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D92686C-2C57-4C5B-8A6D-0FFCCDDE7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6154DC-8217-4796-9640-15B30A36F6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9DB54-784C-44C1-85FC-B18E40DAAD49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54746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418680-64CC-4DE7-8ECF-644902097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037D09-FE61-497C-8911-C050A16099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ECCF3F0-F483-4728-BE18-BB3278CC6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679D6-03C1-4029-9890-3F4F8D27A55C}" type="datetimeFigureOut">
              <a:rPr lang="es-ES" smtClean="0"/>
              <a:t>7/9/25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C312A1F-55BB-441F-B9E1-D45150B3A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5A0F175-E3E1-4BDB-BF85-7E8C82F66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9DB54-784C-44C1-85FC-B18E40DAAD49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7077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B7BCB8-8E33-4150-93DD-4E92DC2A1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7A63BF7-2C5E-4D86-87EC-0A86868A5D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29E1E08-5F3D-4FF2-AD2F-E40FB448D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679D6-03C1-4029-9890-3F4F8D27A55C}" type="datetimeFigureOut">
              <a:rPr lang="es-ES" smtClean="0"/>
              <a:t>7/9/25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FA06203-ADC7-4CDE-9126-1B6B74FFE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5E9D530-097E-4113-A4FE-177C6C313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9DB54-784C-44C1-85FC-B18E40DAAD49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3536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B7605F-47DE-4578-B816-61A1EBD75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BA6CD5-0211-49E5-82F1-22BB1025CD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2E74030-1133-42C4-A0A1-E79C6D2819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E60EC6-CC0E-481D-BFCD-DFC9D12B1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679D6-03C1-4029-9890-3F4F8D27A55C}" type="datetimeFigureOut">
              <a:rPr lang="es-ES" smtClean="0"/>
              <a:t>7/9/25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14F6134-7DEB-44DB-B70C-152C10E10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9E43D5B-55EB-4382-BDF2-B84C4AFB9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9DB54-784C-44C1-85FC-B18E40DAAD49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69018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0B0D03-B1E8-47B6-9ADB-F860F4274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12D31AB-4DB3-4EC6-8BE8-BD22C44BB4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3ABB7AB-7D31-4438-8745-4D220F42A2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70EA736-9EFD-4BDD-9477-C8CBB7CDEF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1EC6408-D649-4392-8C8D-EE3892222C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7BF38E6-C714-4B3D-A1C1-D0953B6C1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679D6-03C1-4029-9890-3F4F8D27A55C}" type="datetimeFigureOut">
              <a:rPr lang="es-ES" smtClean="0"/>
              <a:t>7/9/25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8BA522E7-1091-4CE2-BAA1-BDEDE3353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ABFE46F-D355-4575-96F7-D85F1E67D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9DB54-784C-44C1-85FC-B18E40DAAD49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42942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683879-6293-45BE-9455-53920C96F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C374144-6B81-4EB4-85BD-75DAB149D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679D6-03C1-4029-9890-3F4F8D27A55C}" type="datetimeFigureOut">
              <a:rPr lang="es-ES" smtClean="0"/>
              <a:t>7/9/25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30A223A-F7E7-4373-80AD-5DB89476C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FB03972-87D3-4174-AA8A-70BC88172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9DB54-784C-44C1-85FC-B18E40DAAD49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902825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7938F2A-54D6-4A51-9870-287E063A7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679D6-03C1-4029-9890-3F4F8D27A55C}" type="datetimeFigureOut">
              <a:rPr lang="es-ES" smtClean="0"/>
              <a:t>7/9/25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2E7F548-5148-48B8-B9FE-717E93462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8466572-1210-4C05-8F0B-ED5E79166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9DB54-784C-44C1-85FC-B18E40DAAD49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47031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7F40BF-0558-47CB-9AFF-76EECA865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697796F-AE29-4F0F-9632-0E3533CFE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19BA467-29ED-470A-9C32-45B9535E7A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AC9A0A4-6F40-4D68-9842-F675F8E00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679D6-03C1-4029-9890-3F4F8D27A55C}" type="datetimeFigureOut">
              <a:rPr lang="es-ES" smtClean="0"/>
              <a:t>7/9/25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AABE6B3-7103-4DE3-9E76-757BED84B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15894A7-B97C-4A76-9FDE-F48800BE7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9DB54-784C-44C1-85FC-B18E40DAAD49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8717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2931DE-67EE-444E-ACFA-D4D8CE1A3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0A2D337-85B2-4AE4-BC0E-CF1ABE9540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4D8B832-DF26-44FA-AF36-BD804759C2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FED2D84-E87D-43B1-8575-E0538678C4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679D6-03C1-4029-9890-3F4F8D27A55C}" type="datetimeFigureOut">
              <a:rPr lang="es-ES" smtClean="0"/>
              <a:t>7/9/25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9D66A1F-AC57-4579-B4DD-8328059C0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77E5BA9-3852-4272-A3FD-276FCDB00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9DB54-784C-44C1-85FC-B18E40DAAD49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0839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95A12A-4D7F-4CE9-A174-6F4180EEB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36D3B18-1A02-4205-86EC-89773045CC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07A3CA7-4FC1-4BBE-9B1C-EEE2868EA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679D6-03C1-4029-9890-3F4F8D27A55C}" type="datetimeFigureOut">
              <a:rPr lang="es-ES" smtClean="0"/>
              <a:t>7/9/25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ECC0B3-1BB4-4708-839C-C4B915102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B1EE73-5AAC-470D-95A7-0949F5F3C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9DB54-784C-44C1-85FC-B18E40DAAD49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43031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994FA55-92FD-4A69-8F58-B6F0F213C8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41DA188-D435-4A46-A0F4-5DF34FEA89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87A41AE-455F-4CE8-B8A7-0D848D242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2679D6-03C1-4029-9890-3F4F8D27A55C}" type="datetimeFigureOut">
              <a:rPr lang="es-ES" smtClean="0"/>
              <a:t>7/9/25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0B1BD57-B079-4AB9-9E25-E98E508C5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EF76FE4-4ACE-418F-B8EE-7FE7491D4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9DB54-784C-44C1-85FC-B18E40DAAD49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71473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92D6E22-12B3-4892-900E-6B3BE2A02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E88EABF-1FDF-434B-AB5F-65C27E6676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AE8F28F-E604-433E-AAB1-908E103545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2679D6-03C1-4029-9890-3F4F8D27A55C}" type="datetimeFigureOut">
              <a:rPr lang="es-ES" smtClean="0"/>
              <a:t>7/9/25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560D64-1A90-4CCC-AA84-F77CFB00B5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504C74-6091-406C-8018-F9246CA368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19DB54-784C-44C1-85FC-B18E40DAAD49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71318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La clase de español: informaciones"/>
          <p:cNvSpPr txBox="1">
            <a:spLocks noGrp="1"/>
          </p:cNvSpPr>
          <p:nvPr>
            <p:ph type="body" sz="quarter" idx="4294967295"/>
          </p:nvPr>
        </p:nvSpPr>
        <p:spPr>
          <a:xfrm>
            <a:off x="2416969" y="432617"/>
            <a:ext cx="7358063" cy="943740"/>
          </a:xfrm>
          <a:prstGeom prst="rect">
            <a:avLst/>
          </a:prstGeom>
          <a:solidFill>
            <a:schemeClr val="accent6">
              <a:lumMod val="50000"/>
              <a:alpha val="72779"/>
            </a:schemeClr>
          </a:solidFill>
        </p:spPr>
        <p:txBody>
          <a:bodyPr>
            <a:normAutofit fontScale="77500" lnSpcReduction="20000"/>
          </a:bodyPr>
          <a:lstStyle>
            <a:lvl1pPr marL="0" indent="0" algn="ctr">
              <a:spcBef>
                <a:spcPts val="0"/>
              </a:spcBef>
              <a:buSzTx/>
              <a:buNone/>
              <a:defRPr sz="4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endParaRPr lang="de-DE" dirty="0"/>
          </a:p>
          <a:p>
            <a:r>
              <a:rPr dirty="0"/>
              <a:t>La </a:t>
            </a:r>
            <a:r>
              <a:rPr dirty="0" err="1"/>
              <a:t>clase</a:t>
            </a:r>
            <a:r>
              <a:rPr dirty="0"/>
              <a:t> de </a:t>
            </a:r>
            <a:r>
              <a:rPr dirty="0" err="1"/>
              <a:t>español</a:t>
            </a:r>
            <a:r>
              <a:rPr dirty="0"/>
              <a:t>: </a:t>
            </a:r>
            <a:r>
              <a:rPr lang="de-DE" dirty="0"/>
              <a:t>I</a:t>
            </a:r>
            <a:r>
              <a:rPr dirty="0" err="1"/>
              <a:t>nformaciones</a:t>
            </a:r>
            <a:r>
              <a:rPr lang="de-DE" dirty="0"/>
              <a:t> </a:t>
            </a:r>
            <a:r>
              <a:rPr lang="de-DE" dirty="0" err="1"/>
              <a:t>generales</a:t>
            </a:r>
            <a:endParaRPr dirty="0"/>
          </a:p>
        </p:txBody>
      </p:sp>
      <p:sp>
        <p:nvSpPr>
          <p:cNvPr id="120" name="Allgemeine Informationen zum Unterrichtsablauf…"/>
          <p:cNvSpPr txBox="1"/>
          <p:nvPr/>
        </p:nvSpPr>
        <p:spPr>
          <a:xfrm>
            <a:off x="2416968" y="1080218"/>
            <a:ext cx="7468760" cy="4697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>
            <a:normAutofit/>
          </a:bodyPr>
          <a:lstStyle/>
          <a:p>
            <a:pPr defTabSz="345030">
              <a:spcBef>
                <a:spcPts val="2461"/>
              </a:spcBef>
              <a:buSzPct val="100000"/>
              <a:defRPr sz="2688"/>
            </a:pPr>
            <a:endParaRPr lang="de-DE" sz="2400" dirty="0"/>
          </a:p>
          <a:p>
            <a:pPr defTabSz="345030">
              <a:spcBef>
                <a:spcPts val="2461"/>
              </a:spcBef>
              <a:buSzPct val="100000"/>
              <a:defRPr sz="2688"/>
            </a:pPr>
            <a:endParaRPr lang="de-DE" sz="2400" dirty="0"/>
          </a:p>
          <a:p>
            <a:pPr defTabSz="345030">
              <a:spcBef>
                <a:spcPts val="2461"/>
              </a:spcBef>
              <a:buSzPct val="100000"/>
              <a:defRPr sz="2688"/>
            </a:pPr>
            <a:r>
              <a:rPr sz="2400" b="1" dirty="0"/>
              <a:t>Allgemeine </a:t>
            </a:r>
            <a:r>
              <a:rPr sz="2400" b="1" dirty="0" err="1"/>
              <a:t>Informationen</a:t>
            </a:r>
            <a:r>
              <a:rPr sz="2400" b="1" dirty="0"/>
              <a:t> </a:t>
            </a:r>
            <a:r>
              <a:rPr sz="2400" b="1" dirty="0" err="1"/>
              <a:t>zum</a:t>
            </a:r>
            <a:r>
              <a:rPr sz="2400" b="1" dirty="0"/>
              <a:t> </a:t>
            </a:r>
            <a:r>
              <a:rPr sz="2400" b="1" dirty="0" err="1"/>
              <a:t>Unterrichtsablauf</a:t>
            </a:r>
            <a:endParaRPr sz="2400" b="1" dirty="0"/>
          </a:p>
          <a:p>
            <a:pPr marL="750067" lvl="1" indent="-375034" defTabSz="345030">
              <a:spcBef>
                <a:spcPts val="2461"/>
              </a:spcBef>
              <a:buSzPct val="100000"/>
              <a:buAutoNum type="alphaLcPeriod"/>
              <a:defRPr sz="2688"/>
            </a:pPr>
            <a:r>
              <a:rPr sz="2400" dirty="0" err="1"/>
              <a:t>Leistungen</a:t>
            </a:r>
            <a:endParaRPr sz="2400" dirty="0"/>
          </a:p>
          <a:p>
            <a:pPr marL="750067" lvl="1" indent="-375034" defTabSz="345030">
              <a:spcBef>
                <a:spcPts val="2461"/>
              </a:spcBef>
              <a:buSzPct val="100000"/>
              <a:buAutoNum type="alphaLcPeriod"/>
              <a:defRPr sz="2688"/>
            </a:pPr>
            <a:r>
              <a:rPr sz="2400" dirty="0" err="1"/>
              <a:t>Entschuldigungen</a:t>
            </a:r>
            <a:r>
              <a:rPr sz="2400" dirty="0"/>
              <a:t> und </a:t>
            </a:r>
            <a:r>
              <a:rPr sz="2400" dirty="0" err="1"/>
              <a:t>Fehlzeiten</a:t>
            </a:r>
            <a:endParaRPr sz="2400" dirty="0"/>
          </a:p>
          <a:p>
            <a:pPr marL="750067" lvl="1" indent="-375034" defTabSz="345030">
              <a:spcBef>
                <a:spcPts val="2461"/>
              </a:spcBef>
              <a:buSzPct val="100000"/>
              <a:buAutoNum type="alphaLcPeriod"/>
              <a:defRPr sz="2688"/>
            </a:pPr>
            <a:r>
              <a:rPr sz="2400" dirty="0" err="1"/>
              <a:t>Vokabeltest</a:t>
            </a:r>
            <a:endParaRPr sz="2400" dirty="0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9FF3C604-6A21-0442-9BDD-8464C0754103}"/>
              </a:ext>
            </a:extLst>
          </p:cNvPr>
          <p:cNvSpPr txBox="1"/>
          <p:nvPr/>
        </p:nvSpPr>
        <p:spPr>
          <a:xfrm>
            <a:off x="7036356" y="100860"/>
            <a:ext cx="2420919" cy="33175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35719" tIns="35719" rIns="35719" bIns="35719" numCol="1" spcCol="38100" rtlCol="0" anchor="ctr">
            <a:spAutoFit/>
          </a:bodyPr>
          <a:lstStyle/>
          <a:p>
            <a:pPr algn="ctr" defTabSz="410751" hangingPunct="0"/>
            <a:r>
              <a:rPr lang="de-DE" sz="1687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Lunes, </a:t>
            </a:r>
            <a:r>
              <a:rPr lang="de-DE" sz="1266" dirty="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r>
              <a:rPr lang="de-DE" sz="1266" dirty="0"/>
              <a:t> de </a:t>
            </a:r>
            <a:r>
              <a:rPr lang="de-DE" sz="1266" dirty="0" err="1"/>
              <a:t>septiembre</a:t>
            </a:r>
            <a:r>
              <a:rPr lang="de-DE" sz="1266" dirty="0"/>
              <a:t> de 2025</a:t>
            </a:r>
            <a:endParaRPr lang="de-DE" sz="1687" dirty="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La clase de español: informaciones"/>
          <p:cNvSpPr txBox="1">
            <a:spLocks noGrp="1"/>
          </p:cNvSpPr>
          <p:nvPr>
            <p:ph type="body" sz="quarter" idx="4294967295"/>
          </p:nvPr>
        </p:nvSpPr>
        <p:spPr>
          <a:xfrm>
            <a:off x="2416969" y="515217"/>
            <a:ext cx="7358063" cy="794743"/>
          </a:xfrm>
          <a:prstGeom prst="rect">
            <a:avLst/>
          </a:prstGeom>
          <a:solidFill>
            <a:schemeClr val="accent6">
              <a:lumMod val="50000"/>
              <a:alpha val="72779"/>
            </a:schemeClr>
          </a:solidFill>
        </p:spPr>
        <p:txBody>
          <a:bodyPr/>
          <a:lstStyle>
            <a:lvl1pPr marL="0" indent="0" algn="ctr">
              <a:spcBef>
                <a:spcPts val="0"/>
              </a:spcBef>
              <a:buSzTx/>
              <a:buNone/>
              <a:defRPr sz="4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rPr dirty="0"/>
              <a:t>La </a:t>
            </a:r>
            <a:r>
              <a:rPr dirty="0" err="1"/>
              <a:t>clase</a:t>
            </a:r>
            <a:r>
              <a:rPr dirty="0"/>
              <a:t> de </a:t>
            </a:r>
            <a:r>
              <a:rPr dirty="0" err="1"/>
              <a:t>español</a:t>
            </a:r>
            <a:r>
              <a:rPr dirty="0"/>
              <a:t>: </a:t>
            </a:r>
            <a:r>
              <a:rPr dirty="0" err="1"/>
              <a:t>informaciones</a:t>
            </a:r>
            <a:endParaRPr dirty="0"/>
          </a:p>
        </p:txBody>
      </p:sp>
      <p:sp>
        <p:nvSpPr>
          <p:cNvPr id="123" name="Freitags beginnt und endet der Unterricht 15 Minuten später, d.h. von 13.50 -15.25 Uhr"/>
          <p:cNvSpPr txBox="1"/>
          <p:nvPr/>
        </p:nvSpPr>
        <p:spPr>
          <a:xfrm>
            <a:off x="2849699" y="2379083"/>
            <a:ext cx="6252033" cy="810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/>
          <a:p>
            <a:pPr algn="l">
              <a:defRPr b="0"/>
            </a:pPr>
            <a:r>
              <a:rPr lang="de-DE" sz="2400" dirty="0"/>
              <a:t>montags 3. Stunde</a:t>
            </a:r>
          </a:p>
          <a:p>
            <a:pPr algn="l">
              <a:defRPr b="0"/>
            </a:pPr>
            <a:r>
              <a:rPr lang="de-DE" sz="2400" dirty="0"/>
              <a:t>freitags 4. Stunde</a:t>
            </a:r>
            <a:endParaRPr sz="2400" dirty="0"/>
          </a:p>
        </p:txBody>
      </p:sp>
      <p:sp>
        <p:nvSpPr>
          <p:cNvPr id="124" name="Allgemeine Informationen zum Unterrichtsablauf"/>
          <p:cNvSpPr txBox="1"/>
          <p:nvPr/>
        </p:nvSpPr>
        <p:spPr>
          <a:xfrm>
            <a:off x="2409020" y="1504896"/>
            <a:ext cx="6981528" cy="441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 marL="635000" indent="-635000" algn="l">
              <a:spcBef>
                <a:spcPts val="4200"/>
              </a:spcBef>
              <a:buSzPct val="100000"/>
              <a:buAutoNum type="arabicPeriod"/>
              <a:defRPr sz="3200"/>
            </a:lvl1pPr>
          </a:lstStyle>
          <a:p>
            <a:r>
              <a:rPr sz="2400" b="1" dirty="0"/>
              <a:t>Allgemeine </a:t>
            </a:r>
            <a:r>
              <a:rPr sz="2400" b="1" dirty="0" err="1"/>
              <a:t>Informationen</a:t>
            </a:r>
            <a:r>
              <a:rPr sz="2400" b="1" dirty="0"/>
              <a:t> </a:t>
            </a:r>
            <a:r>
              <a:rPr sz="2400" b="1" dirty="0" err="1"/>
              <a:t>zum</a:t>
            </a:r>
            <a:r>
              <a:rPr sz="2400" b="1" dirty="0"/>
              <a:t> </a:t>
            </a:r>
            <a:r>
              <a:rPr sz="2400" b="1" dirty="0" err="1"/>
              <a:t>Unterrichtsablauf</a:t>
            </a:r>
            <a:endParaRPr sz="2400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La clase de español: informaciones"/>
          <p:cNvSpPr txBox="1">
            <a:spLocks noGrp="1"/>
          </p:cNvSpPr>
          <p:nvPr>
            <p:ph type="body" sz="quarter" idx="4294967295"/>
          </p:nvPr>
        </p:nvSpPr>
        <p:spPr>
          <a:xfrm>
            <a:off x="2416969" y="515217"/>
            <a:ext cx="7358063" cy="794743"/>
          </a:xfrm>
          <a:prstGeom prst="rect">
            <a:avLst/>
          </a:prstGeom>
          <a:solidFill>
            <a:schemeClr val="accent6">
              <a:lumMod val="50000"/>
              <a:alpha val="72779"/>
            </a:schemeClr>
          </a:solidFill>
        </p:spPr>
        <p:txBody>
          <a:bodyPr/>
          <a:lstStyle>
            <a:lvl1pPr marL="0" indent="0" algn="ctr">
              <a:spcBef>
                <a:spcPts val="0"/>
              </a:spcBef>
              <a:buSzTx/>
              <a:buNone/>
              <a:defRPr sz="4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La clase de español: informaciones</a:t>
            </a:r>
          </a:p>
        </p:txBody>
      </p:sp>
      <p:sp>
        <p:nvSpPr>
          <p:cNvPr id="128" name="Leistungen"/>
          <p:cNvSpPr txBox="1"/>
          <p:nvPr/>
        </p:nvSpPr>
        <p:spPr>
          <a:xfrm>
            <a:off x="2413936" y="1440215"/>
            <a:ext cx="1344087" cy="4183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 algn="l">
              <a:spcBef>
                <a:spcPts val="4200"/>
              </a:spcBef>
              <a:defRPr sz="3200"/>
            </a:lvl1pPr>
          </a:lstStyle>
          <a:p>
            <a:r>
              <a:rPr sz="2250" dirty="0" err="1"/>
              <a:t>Leistungen</a:t>
            </a:r>
            <a:endParaRPr sz="2250" dirty="0"/>
          </a:p>
        </p:txBody>
      </p:sp>
      <p:sp>
        <p:nvSpPr>
          <p:cNvPr id="129" name="Klassenarbeiten 50%…"/>
          <p:cNvSpPr txBox="1"/>
          <p:nvPr/>
        </p:nvSpPr>
        <p:spPr>
          <a:xfrm>
            <a:off x="4464691" y="1514754"/>
            <a:ext cx="2855722" cy="6876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5719" tIns="35719" rIns="35719" bIns="35719" anchor="ctr">
            <a:spAutoFit/>
          </a:bodyPr>
          <a:lstStyle/>
          <a:p>
            <a:pPr algn="l">
              <a:defRPr b="0"/>
            </a:pPr>
            <a:r>
              <a:rPr sz="2000" dirty="0" err="1"/>
              <a:t>Klassenarbeiten</a:t>
            </a:r>
            <a:r>
              <a:rPr sz="2000" dirty="0"/>
              <a:t> 50%</a:t>
            </a:r>
          </a:p>
          <a:p>
            <a:pPr algn="l">
              <a:defRPr b="0"/>
            </a:pPr>
            <a:r>
              <a:rPr sz="2000" dirty="0" err="1"/>
              <a:t>Sonstige</a:t>
            </a:r>
            <a:r>
              <a:rPr sz="2000" dirty="0"/>
              <a:t> </a:t>
            </a:r>
            <a:r>
              <a:rPr sz="2000" dirty="0" err="1"/>
              <a:t>Mitarbeit</a:t>
            </a:r>
            <a:r>
              <a:rPr sz="2000" dirty="0"/>
              <a:t> 50%</a:t>
            </a:r>
          </a:p>
        </p:txBody>
      </p:sp>
      <p:pic>
        <p:nvPicPr>
          <p:cNvPr id="3" name="Grafik 2" descr="Ein Bild, das Tisch enthält.&#10;&#10;Automatisch generierte Beschreibung">
            <a:extLst>
              <a:ext uri="{FF2B5EF4-FFF2-40B4-BE49-F238E27FC236}">
                <a16:creationId xmlns:a16="http://schemas.microsoft.com/office/drawing/2014/main" id="{8886B44E-8AD3-4828-B9B2-944C3A886C2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9799" t="23043" r="51505" b="7513"/>
          <a:stretch/>
        </p:blipFill>
        <p:spPr>
          <a:xfrm>
            <a:off x="7207879" y="409784"/>
            <a:ext cx="4306459" cy="586229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La clase de español: informaciones"/>
          <p:cNvSpPr txBox="1">
            <a:spLocks noGrp="1"/>
          </p:cNvSpPr>
          <p:nvPr>
            <p:ph type="body" sz="quarter" idx="4294967295"/>
          </p:nvPr>
        </p:nvSpPr>
        <p:spPr>
          <a:xfrm>
            <a:off x="2416969" y="515217"/>
            <a:ext cx="7358063" cy="794743"/>
          </a:xfrm>
          <a:prstGeom prst="rect">
            <a:avLst/>
          </a:prstGeom>
          <a:solidFill>
            <a:schemeClr val="accent6">
              <a:lumMod val="50000"/>
              <a:alpha val="72779"/>
            </a:schemeClr>
          </a:solidFill>
        </p:spPr>
        <p:txBody>
          <a:bodyPr/>
          <a:lstStyle>
            <a:lvl1pPr marL="0" indent="0" algn="ctr">
              <a:spcBef>
                <a:spcPts val="0"/>
              </a:spcBef>
              <a:buSzTx/>
              <a:buNone/>
              <a:defRPr sz="4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rPr dirty="0"/>
              <a:t>La </a:t>
            </a:r>
            <a:r>
              <a:rPr dirty="0" err="1"/>
              <a:t>clase</a:t>
            </a:r>
            <a:r>
              <a:rPr dirty="0"/>
              <a:t> de </a:t>
            </a:r>
            <a:r>
              <a:rPr dirty="0" err="1"/>
              <a:t>español</a:t>
            </a:r>
            <a:r>
              <a:rPr dirty="0"/>
              <a:t>: </a:t>
            </a:r>
            <a:r>
              <a:rPr dirty="0" err="1"/>
              <a:t>informaciones</a:t>
            </a:r>
            <a:endParaRPr dirty="0"/>
          </a:p>
        </p:txBody>
      </p:sp>
      <p:sp>
        <p:nvSpPr>
          <p:cNvPr id="136" name="Entschuldigungen und Fehlzeiten"/>
          <p:cNvSpPr txBox="1"/>
          <p:nvPr/>
        </p:nvSpPr>
        <p:spPr>
          <a:xfrm>
            <a:off x="2413936" y="1428673"/>
            <a:ext cx="3991670" cy="441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35719" tIns="35719" rIns="35719" bIns="35719" anchor="ctr">
            <a:spAutoFit/>
          </a:bodyPr>
          <a:lstStyle>
            <a:lvl1pPr algn="l">
              <a:spcBef>
                <a:spcPts val="4200"/>
              </a:spcBef>
              <a:defRPr sz="3200"/>
            </a:lvl1pPr>
          </a:lstStyle>
          <a:p>
            <a:r>
              <a:rPr sz="2400" dirty="0" err="1"/>
              <a:t>Fehlzeiten</a:t>
            </a:r>
            <a:r>
              <a:rPr lang="de-DE" sz="2400" dirty="0"/>
              <a:t> + fehlendes Material</a:t>
            </a:r>
            <a:endParaRPr sz="2400" dirty="0"/>
          </a:p>
        </p:txBody>
      </p:sp>
      <p:sp>
        <p:nvSpPr>
          <p:cNvPr id="137" name="Entschuldigungen innerhalb von 14 Tagen nachreichen…"/>
          <p:cNvSpPr txBox="1"/>
          <p:nvPr/>
        </p:nvSpPr>
        <p:spPr>
          <a:xfrm>
            <a:off x="2413936" y="2460144"/>
            <a:ext cx="7949264" cy="228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35719" tIns="35719" rIns="35719" bIns="35719" anchor="ctr">
            <a:spAutoFit/>
          </a:bodyPr>
          <a:lstStyle/>
          <a:p>
            <a:pPr marL="342900" indent="-342900">
              <a:buSzPct val="145000"/>
              <a:buFont typeface="Wingdings" pitchFamily="2" charset="2"/>
              <a:buChar char="Ø"/>
              <a:defRPr b="0"/>
            </a:pPr>
            <a:r>
              <a:rPr sz="2400" dirty="0" err="1"/>
              <a:t>Entschuldigungen</a:t>
            </a:r>
            <a:r>
              <a:rPr sz="2400" dirty="0"/>
              <a:t> </a:t>
            </a:r>
            <a:r>
              <a:rPr sz="2400" dirty="0" err="1"/>
              <a:t>innerhalb</a:t>
            </a:r>
            <a:r>
              <a:rPr sz="2400" dirty="0"/>
              <a:t> von 14 </a:t>
            </a:r>
            <a:r>
              <a:rPr sz="2400" dirty="0" err="1"/>
              <a:t>Tagen</a:t>
            </a:r>
            <a:r>
              <a:rPr lang="de-DE" sz="2400" dirty="0"/>
              <a:t> selbständig</a:t>
            </a:r>
            <a:r>
              <a:rPr sz="2400" dirty="0"/>
              <a:t> </a:t>
            </a:r>
            <a:r>
              <a:rPr sz="2400" dirty="0" err="1"/>
              <a:t>nachreichen</a:t>
            </a:r>
            <a:r>
              <a:rPr sz="2400" dirty="0"/>
              <a:t> </a:t>
            </a:r>
            <a:endParaRPr lang="de-DE" sz="2400" dirty="0"/>
          </a:p>
          <a:p>
            <a:pPr marL="342900" indent="-342900">
              <a:buSzPct val="145000"/>
              <a:buFont typeface="Wingdings" pitchFamily="2" charset="2"/>
              <a:buChar char="Ø"/>
              <a:defRPr b="0"/>
            </a:pPr>
            <a:r>
              <a:rPr sz="2400" dirty="0" err="1"/>
              <a:t>Unentschuldigte</a:t>
            </a:r>
            <a:r>
              <a:rPr sz="2400" dirty="0"/>
              <a:t> </a:t>
            </a:r>
            <a:r>
              <a:rPr lang="de-DE" sz="2400" dirty="0"/>
              <a:t>Stunden</a:t>
            </a:r>
            <a:r>
              <a:rPr sz="2400" dirty="0"/>
              <a:t> </a:t>
            </a:r>
            <a:r>
              <a:rPr sz="2400" dirty="0" err="1"/>
              <a:t>werden</a:t>
            </a:r>
            <a:r>
              <a:rPr sz="2400" dirty="0"/>
              <a:t> </a:t>
            </a:r>
            <a:r>
              <a:rPr sz="2400" dirty="0" err="1"/>
              <a:t>mit</a:t>
            </a:r>
            <a:r>
              <a:rPr sz="2400" dirty="0"/>
              <a:t> der Note 6 </a:t>
            </a:r>
            <a:r>
              <a:rPr sz="2400" dirty="0" err="1"/>
              <a:t>bewertet</a:t>
            </a:r>
            <a:endParaRPr lang="de-DE" sz="2400" dirty="0"/>
          </a:p>
          <a:p>
            <a:pPr marL="342900" indent="-342900">
              <a:buSzPct val="145000"/>
              <a:buFont typeface="Wingdings" pitchFamily="2" charset="2"/>
              <a:buChar char="Ø"/>
              <a:defRPr b="0"/>
            </a:pPr>
            <a:r>
              <a:rPr sz="2400" dirty="0" err="1"/>
              <a:t>Inhalte</a:t>
            </a:r>
            <a:r>
              <a:rPr sz="2400" dirty="0"/>
              <a:t> </a:t>
            </a:r>
            <a:r>
              <a:rPr sz="2400" dirty="0" err="1"/>
              <a:t>selbstständig</a:t>
            </a:r>
            <a:r>
              <a:rPr sz="2400" dirty="0"/>
              <a:t> </a:t>
            </a:r>
            <a:r>
              <a:rPr sz="2400" dirty="0" err="1"/>
              <a:t>nacharbeiten</a:t>
            </a:r>
            <a:r>
              <a:rPr sz="2400" dirty="0"/>
              <a:t> </a:t>
            </a:r>
            <a:endParaRPr lang="de-DE" sz="2400" dirty="0"/>
          </a:p>
          <a:p>
            <a:pPr marL="234396" indent="-234396">
              <a:buSzPct val="145000"/>
              <a:buChar char="•"/>
              <a:defRPr b="0"/>
            </a:pPr>
            <a:endParaRPr lang="de-DE" sz="2400" dirty="0"/>
          </a:p>
          <a:p>
            <a:pPr marL="234396" indent="-234396">
              <a:buSzPct val="145000"/>
              <a:buChar char="•"/>
              <a:defRPr b="0"/>
            </a:pPr>
            <a:endParaRPr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D4EE173-9C69-48D2-A8D1-942427FD4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Una </a:t>
            </a:r>
            <a:r>
              <a:rPr lang="de-DE" dirty="0" err="1"/>
              <a:t>presentación</a:t>
            </a:r>
            <a:r>
              <a:rPr lang="de-DE" dirty="0"/>
              <a:t> del </a:t>
            </a:r>
            <a:r>
              <a:rPr lang="de-DE" dirty="0" err="1"/>
              <a:t>curso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201CBA3-F2C0-4654-8E33-274F5A834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dirty="0" err="1"/>
              <a:t>Nombre</a:t>
            </a:r>
            <a:r>
              <a:rPr lang="de-DE" dirty="0"/>
              <a:t>					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Edad</a:t>
            </a:r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r>
              <a:rPr lang="de-DE" dirty="0" err="1"/>
              <a:t>Pasatiempos</a:t>
            </a:r>
            <a:endParaRPr lang="de-DE" dirty="0"/>
          </a:p>
        </p:txBody>
      </p:sp>
      <p:sp>
        <p:nvSpPr>
          <p:cNvPr id="4" name="Ellipse 3">
            <a:extLst>
              <a:ext uri="{FF2B5EF4-FFF2-40B4-BE49-F238E27FC236}">
                <a16:creationId xmlns:a16="http://schemas.microsoft.com/office/drawing/2014/main" id="{9100E9EA-7704-47FB-A7FA-EC47E837C55D}"/>
              </a:ext>
            </a:extLst>
          </p:cNvPr>
          <p:cNvSpPr/>
          <p:nvPr/>
        </p:nvSpPr>
        <p:spPr>
          <a:xfrm>
            <a:off x="5610688" y="1690688"/>
            <a:ext cx="2485748" cy="75460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Me </a:t>
            </a:r>
            <a:r>
              <a:rPr lang="de-DE" dirty="0" err="1"/>
              <a:t>llamo</a:t>
            </a:r>
            <a:r>
              <a:rPr lang="de-DE" dirty="0"/>
              <a:t>/ </a:t>
            </a:r>
            <a:r>
              <a:rPr lang="de-DE" dirty="0" err="1"/>
              <a:t>Soy</a:t>
            </a:r>
            <a:r>
              <a:rPr lang="de-DE" dirty="0"/>
              <a:t>…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F0D38118-EB83-4463-8799-E7CDFA15659B}"/>
              </a:ext>
            </a:extLst>
          </p:cNvPr>
          <p:cNvSpPr/>
          <p:nvPr/>
        </p:nvSpPr>
        <p:spPr>
          <a:xfrm>
            <a:off x="5610688" y="2580227"/>
            <a:ext cx="2485748" cy="75460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err="1"/>
              <a:t>Tengo</a:t>
            </a:r>
            <a:r>
              <a:rPr lang="de-DE" dirty="0"/>
              <a:t>…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B5416C7E-2C3C-4136-815E-F8FD6F8282ED}"/>
              </a:ext>
            </a:extLst>
          </p:cNvPr>
          <p:cNvSpPr/>
          <p:nvPr/>
        </p:nvSpPr>
        <p:spPr>
          <a:xfrm>
            <a:off x="5610688" y="3742063"/>
            <a:ext cx="2485748" cy="75460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Me </a:t>
            </a:r>
            <a:r>
              <a:rPr lang="de-DE" dirty="0" err="1"/>
              <a:t>gusta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713298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aef970e-618f-4fc9-806f-9890173d7060">
      <Terms xmlns="http://schemas.microsoft.com/office/infopath/2007/PartnerControls"/>
    </lcf76f155ced4ddcb4097134ff3c332f>
    <TaxCatchAll xmlns="c91cd714-f12f-4168-9c39-1f8ba0184c4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67CE50A685B36439E3EE65CE348225A" ma:contentTypeVersion="12" ma:contentTypeDescription="Ein neues Dokument erstellen." ma:contentTypeScope="" ma:versionID="4cb63d7ce70cc11c6042440fbbcab751">
  <xsd:schema xmlns:xsd="http://www.w3.org/2001/XMLSchema" xmlns:xs="http://www.w3.org/2001/XMLSchema" xmlns:p="http://schemas.microsoft.com/office/2006/metadata/properties" xmlns:ns2="aaef970e-618f-4fc9-806f-9890173d7060" xmlns:ns3="c91cd714-f12f-4168-9c39-1f8ba0184c45" targetNamespace="http://schemas.microsoft.com/office/2006/metadata/properties" ma:root="true" ma:fieldsID="b69e312794ca5be589878ad9861a916b" ns2:_="" ns3:_="">
    <xsd:import namespace="aaef970e-618f-4fc9-806f-9890173d7060"/>
    <xsd:import namespace="c91cd714-f12f-4168-9c39-1f8ba0184c4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aef970e-618f-4fc9-806f-9890173d706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4" nillable="true" ma:taxonomy="true" ma:internalName="lcf76f155ced4ddcb4097134ff3c332f" ma:taxonomyFieldName="MediaServiceImageTags" ma:displayName="Bildmarkierungen" ma:readOnly="false" ma:fieldId="{5cf76f15-5ced-4ddc-b409-7134ff3c332f}" ma:taxonomyMulti="true" ma:sspId="e87b9810-5a0e-496c-ad2b-fc4640a051a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1cd714-f12f-4168-9c39-1f8ba0184c45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fc723458-385a-4678-99d2-68db79b8fb4f}" ma:internalName="TaxCatchAll" ma:showField="CatchAllData" ma:web="c91cd714-f12f-4168-9c39-1f8ba0184c4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2991C4B-1221-4C9E-895C-E281FF81C193}">
  <ds:schemaRefs>
    <ds:schemaRef ds:uri="http://schemas.microsoft.com/office/2006/metadata/properties"/>
    <ds:schemaRef ds:uri="http://schemas.microsoft.com/office/infopath/2007/PartnerControls"/>
    <ds:schemaRef ds:uri="aaef970e-618f-4fc9-806f-9890173d7060"/>
    <ds:schemaRef ds:uri="c91cd714-f12f-4168-9c39-1f8ba0184c45"/>
  </ds:schemaRefs>
</ds:datastoreItem>
</file>

<file path=customXml/itemProps2.xml><?xml version="1.0" encoding="utf-8"?>
<ds:datastoreItem xmlns:ds="http://schemas.openxmlformats.org/officeDocument/2006/customXml" ds:itemID="{5AA0EFDA-5988-468B-9D3E-632958905E8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3873BA6-4913-4E6A-96E1-6A92F0192DF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aef970e-618f-4fc9-806f-9890173d7060"/>
    <ds:schemaRef ds:uri="c91cd714-f12f-4168-9c39-1f8ba0184c4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</Words>
  <Application>Microsoft Macintosh PowerPoint</Application>
  <PresentationFormat>Breitbild</PresentationFormat>
  <Paragraphs>31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Helvetica Neue</vt:lpstr>
      <vt:lpstr>Wingdings</vt:lpstr>
      <vt:lpstr>Tema de Office</vt:lpstr>
      <vt:lpstr>PowerPoint-Präsentation</vt:lpstr>
      <vt:lpstr>PowerPoint-Präsentation</vt:lpstr>
      <vt:lpstr>PowerPoint-Präsentation</vt:lpstr>
      <vt:lpstr>PowerPoint-Präsentation</vt:lpstr>
      <vt:lpstr>Una presentación del curso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Informationen zum Kurs</dc:title>
  <dc:creator>Amke Odens</dc:creator>
  <cp:lastModifiedBy>Alberto Cabrera</cp:lastModifiedBy>
  <cp:revision>9</cp:revision>
  <dcterms:created xsi:type="dcterms:W3CDTF">2018-08-26T07:00:39Z</dcterms:created>
  <dcterms:modified xsi:type="dcterms:W3CDTF">2025-09-07T19:13:13Z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0x010100E67CE50A685B36439E3EE65CE348225A</vt:lpwstr>
  </property>
</Properties>
</file>