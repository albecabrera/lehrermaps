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7" r:id="rId3"/>
    <p:sldId id="268" r:id="rId4"/>
    <p:sldId id="266" r:id="rId5"/>
    <p:sldId id="258" r:id="rId6"/>
    <p:sldId id="257" r:id="rId7"/>
    <p:sldId id="269" r:id="rId8"/>
    <p:sldId id="270" r:id="rId9"/>
    <p:sldId id="264" r:id="rId10"/>
    <p:sldId id="265" r:id="rId11"/>
    <p:sldId id="259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ke Odens" userId="9bfea4f9b5172781" providerId="LiveId" clId="{AAEB6CEE-CF39-46A4-A112-758417E58BB3}"/>
    <pc:docChg chg="undo custSel addSld delSld modSld">
      <pc:chgData name="Amke Odens" userId="9bfea4f9b5172781" providerId="LiveId" clId="{AAEB6CEE-CF39-46A4-A112-758417E58BB3}" dt="2021-08-31T06:13:51.531" v="2149" actId="20577"/>
      <pc:docMkLst>
        <pc:docMk/>
      </pc:docMkLst>
      <pc:sldChg chg="modSp mod">
        <pc:chgData name="Amke Odens" userId="9bfea4f9b5172781" providerId="LiveId" clId="{AAEB6CEE-CF39-46A4-A112-758417E58BB3}" dt="2021-08-30T06:58:06.169" v="1149" actId="5793"/>
        <pc:sldMkLst>
          <pc:docMk/>
          <pc:sldMk cId="824153387" sldId="257"/>
        </pc:sldMkLst>
        <pc:spChg chg="mod">
          <ac:chgData name="Amke Odens" userId="9bfea4f9b5172781" providerId="LiveId" clId="{AAEB6CEE-CF39-46A4-A112-758417E58BB3}" dt="2021-08-27T05:08:09.563" v="407" actId="1076"/>
          <ac:spMkLst>
            <pc:docMk/>
            <pc:sldMk cId="824153387" sldId="257"/>
            <ac:spMk id="2" creationId="{C700519F-E8C8-41A0-BC4E-6D5CB05BE522}"/>
          </ac:spMkLst>
        </pc:spChg>
        <pc:graphicFrameChg chg="modGraphic">
          <ac:chgData name="Amke Odens" userId="9bfea4f9b5172781" providerId="LiveId" clId="{AAEB6CEE-CF39-46A4-A112-758417E58BB3}" dt="2021-08-30T06:58:06.169" v="1149" actId="5793"/>
          <ac:graphicFrameMkLst>
            <pc:docMk/>
            <pc:sldMk cId="824153387" sldId="257"/>
            <ac:graphicFrameMk id="4" creationId="{562F7D9A-1D5E-40AD-8BAA-AECBBAD91E47}"/>
          </ac:graphicFrameMkLst>
        </pc:graphicFrameChg>
      </pc:sldChg>
      <pc:sldChg chg="modSp mod">
        <pc:chgData name="Amke Odens" userId="9bfea4f9b5172781" providerId="LiveId" clId="{AAEB6CEE-CF39-46A4-A112-758417E58BB3}" dt="2021-08-27T05:08:13.451" v="408" actId="207"/>
        <pc:sldMkLst>
          <pc:docMk/>
          <pc:sldMk cId="2808518032" sldId="258"/>
        </pc:sldMkLst>
        <pc:spChg chg="mod">
          <ac:chgData name="Amke Odens" userId="9bfea4f9b5172781" providerId="LiveId" clId="{AAEB6CEE-CF39-46A4-A112-758417E58BB3}" dt="2021-08-27T05:08:13.451" v="408" actId="207"/>
          <ac:spMkLst>
            <pc:docMk/>
            <pc:sldMk cId="2808518032" sldId="258"/>
            <ac:spMk id="2" creationId="{748C8EB7-E0FD-4E4D-819F-340CC4487B6C}"/>
          </ac:spMkLst>
        </pc:spChg>
        <pc:spChg chg="mod">
          <ac:chgData name="Amke Odens" userId="9bfea4f9b5172781" providerId="LiveId" clId="{AAEB6CEE-CF39-46A4-A112-758417E58BB3}" dt="2021-08-27T05:03:05.472" v="327"/>
          <ac:spMkLst>
            <pc:docMk/>
            <pc:sldMk cId="2808518032" sldId="258"/>
            <ac:spMk id="3" creationId="{7ACF0B6E-6AD0-430A-B324-95E6862FF84D}"/>
          </ac:spMkLst>
        </pc:spChg>
      </pc:sldChg>
      <pc:sldChg chg="modSp del mod">
        <pc:chgData name="Amke Odens" userId="9bfea4f9b5172781" providerId="LiveId" clId="{AAEB6CEE-CF39-46A4-A112-758417E58BB3}" dt="2021-08-27T05:03:39.218" v="332" actId="2696"/>
        <pc:sldMkLst>
          <pc:docMk/>
          <pc:sldMk cId="3167683956" sldId="263"/>
        </pc:sldMkLst>
        <pc:graphicFrameChg chg="modGraphic">
          <ac:chgData name="Amke Odens" userId="9bfea4f9b5172781" providerId="LiveId" clId="{AAEB6CEE-CF39-46A4-A112-758417E58BB3}" dt="2021-08-27T05:03:25.864" v="331" actId="20577"/>
          <ac:graphicFrameMkLst>
            <pc:docMk/>
            <pc:sldMk cId="3167683956" sldId="263"/>
            <ac:graphicFrameMk id="4" creationId="{562F7D9A-1D5E-40AD-8BAA-AECBBAD91E47}"/>
          </ac:graphicFrameMkLst>
        </pc:graphicFrameChg>
      </pc:sldChg>
      <pc:sldChg chg="addSp modSp mod">
        <pc:chgData name="Amke Odens" userId="9bfea4f9b5172781" providerId="LiveId" clId="{AAEB6CEE-CF39-46A4-A112-758417E58BB3}" dt="2021-08-27T05:07:32.935" v="402" actId="20577"/>
        <pc:sldMkLst>
          <pc:docMk/>
          <pc:sldMk cId="3162844848" sldId="264"/>
        </pc:sldMkLst>
        <pc:spChg chg="add mod">
          <ac:chgData name="Amke Odens" userId="9bfea4f9b5172781" providerId="LiveId" clId="{AAEB6CEE-CF39-46A4-A112-758417E58BB3}" dt="2021-08-27T05:07:11.202" v="352" actId="1076"/>
          <ac:spMkLst>
            <pc:docMk/>
            <pc:sldMk cId="3162844848" sldId="264"/>
            <ac:spMk id="4" creationId="{4EBBC230-6F10-4772-AE82-BDCFDC31DD32}"/>
          </ac:spMkLst>
        </pc:spChg>
        <pc:spChg chg="add mod">
          <ac:chgData name="Amke Odens" userId="9bfea4f9b5172781" providerId="LiveId" clId="{AAEB6CEE-CF39-46A4-A112-758417E58BB3}" dt="2021-08-27T05:07:32.935" v="402" actId="20577"/>
          <ac:spMkLst>
            <pc:docMk/>
            <pc:sldMk cId="3162844848" sldId="264"/>
            <ac:spMk id="5" creationId="{78AD76C3-69DB-41C9-B868-6653163D261D}"/>
          </ac:spMkLst>
        </pc:spChg>
      </pc:sldChg>
      <pc:sldChg chg="addSp delSp modSp new mod">
        <pc:chgData name="Amke Odens" userId="9bfea4f9b5172781" providerId="LiveId" clId="{AAEB6CEE-CF39-46A4-A112-758417E58BB3}" dt="2021-08-30T06:28:51.150" v="992" actId="255"/>
        <pc:sldMkLst>
          <pc:docMk/>
          <pc:sldMk cId="3856135695" sldId="266"/>
        </pc:sldMkLst>
        <pc:spChg chg="mod">
          <ac:chgData name="Amke Odens" userId="9bfea4f9b5172781" providerId="LiveId" clId="{AAEB6CEE-CF39-46A4-A112-758417E58BB3}" dt="2021-08-27T05:08:42.775" v="410" actId="207"/>
          <ac:spMkLst>
            <pc:docMk/>
            <pc:sldMk cId="3856135695" sldId="266"/>
            <ac:spMk id="2" creationId="{BDA0182D-0787-43C2-9B94-F7408D090E0F}"/>
          </ac:spMkLst>
        </pc:spChg>
        <pc:spChg chg="mod">
          <ac:chgData name="Amke Odens" userId="9bfea4f9b5172781" providerId="LiveId" clId="{AAEB6CEE-CF39-46A4-A112-758417E58BB3}" dt="2021-08-30T06:28:51.150" v="992" actId="255"/>
          <ac:spMkLst>
            <pc:docMk/>
            <pc:sldMk cId="3856135695" sldId="266"/>
            <ac:spMk id="3" creationId="{76D07553-2714-43FB-8EA3-AE4FB703A2F3}"/>
          </ac:spMkLst>
        </pc:spChg>
        <pc:picChg chg="add del mod">
          <ac:chgData name="Amke Odens" userId="9bfea4f9b5172781" providerId="LiveId" clId="{AAEB6CEE-CF39-46A4-A112-758417E58BB3}" dt="2021-08-13T08:15:14.912" v="54" actId="22"/>
          <ac:picMkLst>
            <pc:docMk/>
            <pc:sldMk cId="3856135695" sldId="266"/>
            <ac:picMk id="5" creationId="{A3EC95DB-2AD8-4366-937A-B3BB40E992BB}"/>
          </ac:picMkLst>
        </pc:picChg>
      </pc:sldChg>
      <pc:sldChg chg="addSp modSp new mod">
        <pc:chgData name="Amke Odens" userId="9bfea4f9b5172781" providerId="LiveId" clId="{AAEB6CEE-CF39-46A4-A112-758417E58BB3}" dt="2021-08-21T10:18:16.050" v="325" actId="11529"/>
        <pc:sldMkLst>
          <pc:docMk/>
          <pc:sldMk cId="668418418" sldId="267"/>
        </pc:sldMkLst>
        <pc:spChg chg="mod">
          <ac:chgData name="Amke Odens" userId="9bfea4f9b5172781" providerId="LiveId" clId="{AAEB6CEE-CF39-46A4-A112-758417E58BB3}" dt="2021-08-21T10:14:42.834" v="235" actId="2711"/>
          <ac:spMkLst>
            <pc:docMk/>
            <pc:sldMk cId="668418418" sldId="267"/>
            <ac:spMk id="2" creationId="{80DAAE94-BCF9-4B1C-B8C2-04C4A7896523}"/>
          </ac:spMkLst>
        </pc:spChg>
        <pc:spChg chg="mod">
          <ac:chgData name="Amke Odens" userId="9bfea4f9b5172781" providerId="LiveId" clId="{AAEB6CEE-CF39-46A4-A112-758417E58BB3}" dt="2021-08-21T10:16:18.425" v="291" actId="20577"/>
          <ac:spMkLst>
            <pc:docMk/>
            <pc:sldMk cId="668418418" sldId="267"/>
            <ac:spMk id="3" creationId="{42483873-C126-4F6B-9380-E89E26606CAA}"/>
          </ac:spMkLst>
        </pc:spChg>
        <pc:spChg chg="add mod">
          <ac:chgData name="Amke Odens" userId="9bfea4f9b5172781" providerId="LiveId" clId="{AAEB6CEE-CF39-46A4-A112-758417E58BB3}" dt="2021-08-21T10:17:43.366" v="319" actId="1076"/>
          <ac:spMkLst>
            <pc:docMk/>
            <pc:sldMk cId="668418418" sldId="267"/>
            <ac:spMk id="8" creationId="{0A3350C0-BA31-423D-B27C-5A8667CBEF8D}"/>
          </ac:spMkLst>
        </pc:spChg>
        <pc:spChg chg="add">
          <ac:chgData name="Amke Odens" userId="9bfea4f9b5172781" providerId="LiveId" clId="{AAEB6CEE-CF39-46A4-A112-758417E58BB3}" dt="2021-08-21T10:18:16.050" v="325" actId="11529"/>
          <ac:spMkLst>
            <pc:docMk/>
            <pc:sldMk cId="668418418" sldId="267"/>
            <ac:spMk id="9" creationId="{BA939C63-A0B1-4BF1-AD28-515DB6099C98}"/>
          </ac:spMkLst>
        </pc:spChg>
        <pc:picChg chg="add mod modCrop">
          <ac:chgData name="Amke Odens" userId="9bfea4f9b5172781" providerId="LiveId" clId="{AAEB6CEE-CF39-46A4-A112-758417E58BB3}" dt="2021-08-21T10:16:56.994" v="298" actId="1076"/>
          <ac:picMkLst>
            <pc:docMk/>
            <pc:sldMk cId="668418418" sldId="267"/>
            <ac:picMk id="5" creationId="{664C41F4-B39F-4386-9CB9-096527BD9DF1}"/>
          </ac:picMkLst>
        </pc:picChg>
        <pc:picChg chg="add mod">
          <ac:chgData name="Amke Odens" userId="9bfea4f9b5172781" providerId="LiveId" clId="{AAEB6CEE-CF39-46A4-A112-758417E58BB3}" dt="2021-08-21T10:17:13.265" v="300" actId="1076"/>
          <ac:picMkLst>
            <pc:docMk/>
            <pc:sldMk cId="668418418" sldId="267"/>
            <ac:picMk id="7" creationId="{F73F0E19-7A2D-4813-A1D9-AC2C9C334575}"/>
          </ac:picMkLst>
        </pc:picChg>
      </pc:sldChg>
      <pc:sldChg chg="addSp delSp modSp new mod">
        <pc:chgData name="Amke Odens" userId="9bfea4f9b5172781" providerId="LiveId" clId="{AAEB6CEE-CF39-46A4-A112-758417E58BB3}" dt="2021-08-27T05:10:51.723" v="634" actId="20577"/>
        <pc:sldMkLst>
          <pc:docMk/>
          <pc:sldMk cId="1437973275" sldId="268"/>
        </pc:sldMkLst>
        <pc:spChg chg="del">
          <ac:chgData name="Amke Odens" userId="9bfea4f9b5172781" providerId="LiveId" clId="{AAEB6CEE-CF39-46A4-A112-758417E58BB3}" dt="2021-08-27T05:09:02.506" v="412"/>
          <ac:spMkLst>
            <pc:docMk/>
            <pc:sldMk cId="1437973275" sldId="268"/>
            <ac:spMk id="2" creationId="{D3EE73A3-359A-422B-ADA4-DC55388A1136}"/>
          </ac:spMkLst>
        </pc:spChg>
        <pc:spChg chg="mod">
          <ac:chgData name="Amke Odens" userId="9bfea4f9b5172781" providerId="LiveId" clId="{AAEB6CEE-CF39-46A4-A112-758417E58BB3}" dt="2021-08-27T05:10:51.723" v="634" actId="20577"/>
          <ac:spMkLst>
            <pc:docMk/>
            <pc:sldMk cId="1437973275" sldId="268"/>
            <ac:spMk id="3" creationId="{A7729449-8F95-4EAB-BE26-6F2C7EFC769D}"/>
          </ac:spMkLst>
        </pc:spChg>
        <pc:spChg chg="add mod">
          <ac:chgData name="Amke Odens" userId="9bfea4f9b5172781" providerId="LiveId" clId="{AAEB6CEE-CF39-46A4-A112-758417E58BB3}" dt="2021-08-27T05:09:08.305" v="423" actId="20577"/>
          <ac:spMkLst>
            <pc:docMk/>
            <pc:sldMk cId="1437973275" sldId="268"/>
            <ac:spMk id="4" creationId="{35699CB5-6BB5-4989-8FF6-A366186E4455}"/>
          </ac:spMkLst>
        </pc:spChg>
      </pc:sldChg>
      <pc:sldChg chg="modSp new del mod">
        <pc:chgData name="Amke Odens" userId="9bfea4f9b5172781" providerId="LiveId" clId="{AAEB6CEE-CF39-46A4-A112-758417E58BB3}" dt="2021-08-21T10:18:09.820" v="324" actId="2696"/>
        <pc:sldMkLst>
          <pc:docMk/>
          <pc:sldMk cId="3991177701" sldId="268"/>
        </pc:sldMkLst>
        <pc:spChg chg="mod">
          <ac:chgData name="Amke Odens" userId="9bfea4f9b5172781" providerId="LiveId" clId="{AAEB6CEE-CF39-46A4-A112-758417E58BB3}" dt="2021-08-21T10:18:06.543" v="323" actId="20577"/>
          <ac:spMkLst>
            <pc:docMk/>
            <pc:sldMk cId="3991177701" sldId="268"/>
            <ac:spMk id="3" creationId="{048AB26C-8E67-4194-929F-5B84114BFBED}"/>
          </ac:spMkLst>
        </pc:spChg>
      </pc:sldChg>
      <pc:sldChg chg="del">
        <pc:chgData name="Amke Odens" userId="9bfea4f9b5172781" providerId="LiveId" clId="{AAEB6CEE-CF39-46A4-A112-758417E58BB3}" dt="2021-08-24T19:34:32.598" v="326" actId="2696"/>
        <pc:sldMkLst>
          <pc:docMk/>
          <pc:sldMk cId="4090517598" sldId="268"/>
        </pc:sldMkLst>
      </pc:sldChg>
      <pc:sldChg chg="modSp add mod">
        <pc:chgData name="Amke Odens" userId="9bfea4f9b5172781" providerId="LiveId" clId="{AAEB6CEE-CF39-46A4-A112-758417E58BB3}" dt="2021-08-31T06:13:51.531" v="2149" actId="20577"/>
        <pc:sldMkLst>
          <pc:docMk/>
          <pc:sldMk cId="147032232" sldId="269"/>
        </pc:sldMkLst>
        <pc:graphicFrameChg chg="modGraphic">
          <ac:chgData name="Amke Odens" userId="9bfea4f9b5172781" providerId="LiveId" clId="{AAEB6CEE-CF39-46A4-A112-758417E58BB3}" dt="2021-08-31T06:13:51.531" v="2149" actId="20577"/>
          <ac:graphicFrameMkLst>
            <pc:docMk/>
            <pc:sldMk cId="147032232" sldId="269"/>
            <ac:graphicFrameMk id="4" creationId="{562F7D9A-1D5E-40AD-8BAA-AECBBAD91E47}"/>
          </ac:graphicFrameMkLst>
        </pc:graphicFrameChg>
      </pc:sldChg>
      <pc:sldChg chg="modSp new mod">
        <pc:chgData name="Amke Odens" userId="9bfea4f9b5172781" providerId="LiveId" clId="{AAEB6CEE-CF39-46A4-A112-758417E58BB3}" dt="2021-08-31T05:48:19.960" v="1488" actId="207"/>
        <pc:sldMkLst>
          <pc:docMk/>
          <pc:sldMk cId="694332907" sldId="270"/>
        </pc:sldMkLst>
        <pc:spChg chg="mod">
          <ac:chgData name="Amke Odens" userId="9bfea4f9b5172781" providerId="LiveId" clId="{AAEB6CEE-CF39-46A4-A112-758417E58BB3}" dt="2021-08-31T05:48:19.960" v="1488" actId="207"/>
          <ac:spMkLst>
            <pc:docMk/>
            <pc:sldMk cId="694332907" sldId="270"/>
            <ac:spMk id="2" creationId="{67572BBF-0E60-48B6-8942-4839C82CC756}"/>
          </ac:spMkLst>
        </pc:spChg>
        <pc:spChg chg="mod">
          <ac:chgData name="Amke Odens" userId="9bfea4f9b5172781" providerId="LiveId" clId="{AAEB6CEE-CF39-46A4-A112-758417E58BB3}" dt="2021-08-31T05:48:11.901" v="1487" actId="20577"/>
          <ac:spMkLst>
            <pc:docMk/>
            <pc:sldMk cId="694332907" sldId="270"/>
            <ac:spMk id="3" creationId="{CE2F4D99-ABF0-413C-8586-F293E8CEB289}"/>
          </ac:spMkLst>
        </pc:spChg>
      </pc:sldChg>
    </pc:docChg>
  </pc:docChgLst>
  <pc:docChgLst>
    <pc:chgData name="Amke Odens" userId="9bfea4f9b5172781" providerId="LiveId" clId="{18221D5E-DF07-4A15-BDE1-EEF2273BA64A}"/>
    <pc:docChg chg="modSld">
      <pc:chgData name="Amke Odens" userId="9bfea4f9b5172781" providerId="LiveId" clId="{18221D5E-DF07-4A15-BDE1-EEF2273BA64A}" dt="2023-02-15T10:10:45.021" v="2" actId="20577"/>
      <pc:docMkLst>
        <pc:docMk/>
      </pc:docMkLst>
      <pc:sldChg chg="modSp mod">
        <pc:chgData name="Amke Odens" userId="9bfea4f9b5172781" providerId="LiveId" clId="{18221D5E-DF07-4A15-BDE1-EEF2273BA64A}" dt="2023-02-15T10:10:45.021" v="2" actId="20577"/>
        <pc:sldMkLst>
          <pc:docMk/>
          <pc:sldMk cId="3856135695" sldId="266"/>
        </pc:sldMkLst>
        <pc:spChg chg="mod">
          <ac:chgData name="Amke Odens" userId="9bfea4f9b5172781" providerId="LiveId" clId="{18221D5E-DF07-4A15-BDE1-EEF2273BA64A}" dt="2023-02-15T10:10:45.021" v="2" actId="20577"/>
          <ac:spMkLst>
            <pc:docMk/>
            <pc:sldMk cId="3856135695" sldId="266"/>
            <ac:spMk id="3" creationId="{76D07553-2714-43FB-8EA3-AE4FB703A2F3}"/>
          </ac:spMkLst>
        </pc:spChg>
      </pc:sldChg>
    </pc:docChg>
  </pc:docChgLst>
  <pc:docChgLst>
    <pc:chgData name="Amke Odens" userId="9bfea4f9b5172781" providerId="LiveId" clId="{208000B8-CCB2-4F6E-B2F8-05FDAECF7B42}"/>
    <pc:docChg chg="undo custSel addSld delSld modSld sldOrd">
      <pc:chgData name="Amke Odens" userId="9bfea4f9b5172781" providerId="LiveId" clId="{208000B8-CCB2-4F6E-B2F8-05FDAECF7B42}" dt="2018-09-06T17:12:56.286" v="167" actId="20577"/>
      <pc:docMkLst>
        <pc:docMk/>
      </pc:docMkLst>
      <pc:sldChg chg="ord">
        <pc:chgData name="Amke Odens" userId="9bfea4f9b5172781" providerId="LiveId" clId="{208000B8-CCB2-4F6E-B2F8-05FDAECF7B42}" dt="2018-08-26T07:53:58.885" v="0" actId="20577"/>
        <pc:sldMkLst>
          <pc:docMk/>
          <pc:sldMk cId="2808518032" sldId="258"/>
        </pc:sldMkLst>
      </pc:sldChg>
      <pc:sldChg chg="addSp delSp modSp add">
        <pc:chgData name="Amke Odens" userId="9bfea4f9b5172781" providerId="LiveId" clId="{208000B8-CCB2-4F6E-B2F8-05FDAECF7B42}" dt="2018-09-06T17:06:18.943" v="92" actId="688"/>
        <pc:sldMkLst>
          <pc:docMk/>
          <pc:sldMk cId="1639562696" sldId="259"/>
        </pc:sldMkLst>
        <pc:spChg chg="mod">
          <ac:chgData name="Amke Odens" userId="9bfea4f9b5172781" providerId="LiveId" clId="{208000B8-CCB2-4F6E-B2F8-05FDAECF7B42}" dt="2018-09-06T16:58:25.014" v="10" actId="20577"/>
          <ac:spMkLst>
            <pc:docMk/>
            <pc:sldMk cId="1639562696" sldId="259"/>
            <ac:spMk id="2" creationId="{96FC628F-898A-4819-A5A7-389155001F61}"/>
          </ac:spMkLst>
        </pc:spChg>
        <pc:spChg chg="del mod">
          <ac:chgData name="Amke Odens" userId="9bfea4f9b5172781" providerId="LiveId" clId="{208000B8-CCB2-4F6E-B2F8-05FDAECF7B42}" dt="2018-09-06T16:58:57.808" v="12" actId="688"/>
          <ac:spMkLst>
            <pc:docMk/>
            <pc:sldMk cId="1639562696" sldId="259"/>
            <ac:spMk id="3" creationId="{E11B8438-49E4-481A-94CE-4BD0C00EECB5}"/>
          </ac:spMkLst>
        </pc:spChg>
        <pc:graphicFrameChg chg="add mod modGraphic">
          <ac:chgData name="Amke Odens" userId="9bfea4f9b5172781" providerId="LiveId" clId="{208000B8-CCB2-4F6E-B2F8-05FDAECF7B42}" dt="2018-09-06T17:05:30.878" v="84" actId="20577"/>
          <ac:graphicFrameMkLst>
            <pc:docMk/>
            <pc:sldMk cId="1639562696" sldId="259"/>
            <ac:graphicFrameMk id="4" creationId="{7197A7EA-B80A-4570-AACA-E668260C09B5}"/>
          </ac:graphicFrameMkLst>
        </pc:graphicFrameChg>
        <pc:picChg chg="add mod">
          <ac:chgData name="Amke Odens" userId="9bfea4f9b5172781" providerId="LiveId" clId="{208000B8-CCB2-4F6E-B2F8-05FDAECF7B42}" dt="2018-09-06T17:05:38.252" v="86" actId="1076"/>
          <ac:picMkLst>
            <pc:docMk/>
            <pc:sldMk cId="1639562696" sldId="259"/>
            <ac:picMk id="6" creationId="{2B2F6755-6590-4C6F-AAEC-0AFF608935E9}"/>
          </ac:picMkLst>
        </pc:picChg>
        <pc:picChg chg="add mod">
          <ac:chgData name="Amke Odens" userId="9bfea4f9b5172781" providerId="LiveId" clId="{208000B8-CCB2-4F6E-B2F8-05FDAECF7B42}" dt="2018-09-06T17:05:35.197" v="85" actId="1076"/>
          <ac:picMkLst>
            <pc:docMk/>
            <pc:sldMk cId="1639562696" sldId="259"/>
            <ac:picMk id="8" creationId="{21A5DDC4-EA7D-4D7D-806A-CCB33F96F718}"/>
          </ac:picMkLst>
        </pc:picChg>
        <pc:picChg chg="add mod">
          <ac:chgData name="Amke Odens" userId="9bfea4f9b5172781" providerId="LiveId" clId="{208000B8-CCB2-4F6E-B2F8-05FDAECF7B42}" dt="2018-09-06T17:06:18.943" v="92" actId="688"/>
          <ac:picMkLst>
            <pc:docMk/>
            <pc:sldMk cId="1639562696" sldId="259"/>
            <ac:picMk id="10" creationId="{7D6BF88F-2FBC-4D85-972A-42907F35610E}"/>
          </ac:picMkLst>
        </pc:picChg>
      </pc:sldChg>
      <pc:sldChg chg="modSp add del">
        <pc:chgData name="Amke Odens" userId="9bfea4f9b5172781" providerId="LiveId" clId="{208000B8-CCB2-4F6E-B2F8-05FDAECF7B42}" dt="2018-09-06T17:08:26.429" v="100" actId="2696"/>
        <pc:sldMkLst>
          <pc:docMk/>
          <pc:sldMk cId="2491343588" sldId="260"/>
        </pc:sldMkLst>
        <pc:spChg chg="mod">
          <ac:chgData name="Amke Odens" userId="9bfea4f9b5172781" providerId="LiveId" clId="{208000B8-CCB2-4F6E-B2F8-05FDAECF7B42}" dt="2018-09-06T17:08:19.179" v="97" actId="2696"/>
          <ac:spMkLst>
            <pc:docMk/>
            <pc:sldMk cId="2491343588" sldId="260"/>
            <ac:spMk id="2" creationId="{B381D06C-BB43-4323-AB77-00CD87374883}"/>
          </ac:spMkLst>
        </pc:spChg>
      </pc:sldChg>
      <pc:sldChg chg="modSp add">
        <pc:chgData name="Amke Odens" userId="9bfea4f9b5172781" providerId="LiveId" clId="{208000B8-CCB2-4F6E-B2F8-05FDAECF7B42}" dt="2018-09-06T17:08:22.411" v="99" actId="20577"/>
        <pc:sldMkLst>
          <pc:docMk/>
          <pc:sldMk cId="1747132633" sldId="261"/>
        </pc:sldMkLst>
        <pc:spChg chg="mod">
          <ac:chgData name="Amke Odens" userId="9bfea4f9b5172781" providerId="LiveId" clId="{208000B8-CCB2-4F6E-B2F8-05FDAECF7B42}" dt="2018-09-06T17:08:22.411" v="99" actId="20577"/>
          <ac:spMkLst>
            <pc:docMk/>
            <pc:sldMk cId="1747132633" sldId="261"/>
            <ac:spMk id="3" creationId="{35303A98-6E48-4DAC-AFCB-1B771AAB7532}"/>
          </ac:spMkLst>
        </pc:spChg>
      </pc:sldChg>
      <pc:sldChg chg="addSp modSp add">
        <pc:chgData name="Amke Odens" userId="9bfea4f9b5172781" providerId="LiveId" clId="{208000B8-CCB2-4F6E-B2F8-05FDAECF7B42}" dt="2018-09-06T17:12:56.286" v="167" actId="20577"/>
        <pc:sldMkLst>
          <pc:docMk/>
          <pc:sldMk cId="2490704165" sldId="262"/>
        </pc:sldMkLst>
        <pc:spChg chg="mod">
          <ac:chgData name="Amke Odens" userId="9bfea4f9b5172781" providerId="LiveId" clId="{208000B8-CCB2-4F6E-B2F8-05FDAECF7B42}" dt="2018-09-06T17:12:56.286" v="167" actId="20577"/>
          <ac:spMkLst>
            <pc:docMk/>
            <pc:sldMk cId="2490704165" sldId="262"/>
            <ac:spMk id="2" creationId="{CE36431E-B983-4FB2-A2A4-7257577647C1}"/>
          </ac:spMkLst>
        </pc:spChg>
        <pc:spChg chg="add">
          <ac:chgData name="Amke Odens" userId="9bfea4f9b5172781" providerId="LiveId" clId="{208000B8-CCB2-4F6E-B2F8-05FDAECF7B42}" dt="2018-09-06T17:11:55.819" v="102" actId="20577"/>
          <ac:spMkLst>
            <pc:docMk/>
            <pc:sldMk cId="2490704165" sldId="262"/>
            <ac:spMk id="5" creationId="{412F437C-7E05-4A25-98A1-CD2CF29165E8}"/>
          </ac:spMkLst>
        </pc:spChg>
        <pc:picChg chg="add">
          <ac:chgData name="Amke Odens" userId="9bfea4f9b5172781" providerId="LiveId" clId="{208000B8-CCB2-4F6E-B2F8-05FDAECF7B42}" dt="2018-09-06T17:11:55.819" v="102" actId="20577"/>
          <ac:picMkLst>
            <pc:docMk/>
            <pc:sldMk cId="2490704165" sldId="262"/>
            <ac:picMk id="4" creationId="{A5451855-6E92-4572-BD5C-732D80A52705}"/>
          </ac:picMkLst>
        </pc:picChg>
      </pc:sldChg>
    </pc:docChg>
  </pc:docChgLst>
  <pc:docChgLst>
    <pc:chgData name="Amke Odens" userId="9bfea4f9b5172781" providerId="LiveId" clId="{853A4D96-1EE0-4533-973E-082226F341DC}"/>
    <pc:docChg chg="custSel addSld delSld modSld">
      <pc:chgData name="Amke Odens" userId="9bfea4f9b5172781" providerId="LiveId" clId="{853A4D96-1EE0-4533-973E-082226F341DC}" dt="2019-09-10T16:57:13.910" v="176" actId="732"/>
      <pc:docMkLst>
        <pc:docMk/>
      </pc:docMkLst>
      <pc:sldChg chg="modSp">
        <pc:chgData name="Amke Odens" userId="9bfea4f9b5172781" providerId="LiveId" clId="{853A4D96-1EE0-4533-973E-082226F341DC}" dt="2019-09-08T10:52:41.479" v="29" actId="2164"/>
        <pc:sldMkLst>
          <pc:docMk/>
          <pc:sldMk cId="824153387" sldId="257"/>
        </pc:sldMkLst>
        <pc:graphicFrameChg chg="modGraphic">
          <ac:chgData name="Amke Odens" userId="9bfea4f9b5172781" providerId="LiveId" clId="{853A4D96-1EE0-4533-973E-082226F341DC}" dt="2019-09-08T10:52:41.479" v="29" actId="2164"/>
          <ac:graphicFrameMkLst>
            <pc:docMk/>
            <pc:sldMk cId="824153387" sldId="257"/>
            <ac:graphicFrameMk id="4" creationId="{562F7D9A-1D5E-40AD-8BAA-AECBBAD91E47}"/>
          </ac:graphicFrameMkLst>
        </pc:graphicFrameChg>
      </pc:sldChg>
      <pc:sldChg chg="modSp">
        <pc:chgData name="Amke Odens" userId="9bfea4f9b5172781" providerId="LiveId" clId="{853A4D96-1EE0-4533-973E-082226F341DC}" dt="2019-09-08T11:03:19.294" v="116" actId="20577"/>
        <pc:sldMkLst>
          <pc:docMk/>
          <pc:sldMk cId="2808518032" sldId="258"/>
        </pc:sldMkLst>
        <pc:spChg chg="mod">
          <ac:chgData name="Amke Odens" userId="9bfea4f9b5172781" providerId="LiveId" clId="{853A4D96-1EE0-4533-973E-082226F341DC}" dt="2019-09-08T11:00:40.689" v="80" actId="20577"/>
          <ac:spMkLst>
            <pc:docMk/>
            <pc:sldMk cId="2808518032" sldId="258"/>
            <ac:spMk id="2" creationId="{748C8EB7-E0FD-4E4D-819F-340CC4487B6C}"/>
          </ac:spMkLst>
        </pc:spChg>
        <pc:spChg chg="mod">
          <ac:chgData name="Amke Odens" userId="9bfea4f9b5172781" providerId="LiveId" clId="{853A4D96-1EE0-4533-973E-082226F341DC}" dt="2019-09-08T11:03:19.294" v="116" actId="20577"/>
          <ac:spMkLst>
            <pc:docMk/>
            <pc:sldMk cId="2808518032" sldId="258"/>
            <ac:spMk id="3" creationId="{7ACF0B6E-6AD0-430A-B324-95E6862FF84D}"/>
          </ac:spMkLst>
        </pc:spChg>
      </pc:sldChg>
      <pc:sldChg chg="modSp">
        <pc:chgData name="Amke Odens" userId="9bfea4f9b5172781" providerId="LiveId" clId="{853A4D96-1EE0-4533-973E-082226F341DC}" dt="2019-09-08T10:53:00.752" v="50" actId="20577"/>
        <pc:sldMkLst>
          <pc:docMk/>
          <pc:sldMk cId="1639562696" sldId="259"/>
        </pc:sldMkLst>
        <pc:spChg chg="mod">
          <ac:chgData name="Amke Odens" userId="9bfea4f9b5172781" providerId="LiveId" clId="{853A4D96-1EE0-4533-973E-082226F341DC}" dt="2019-09-08T10:53:00.752" v="50" actId="20577"/>
          <ac:spMkLst>
            <pc:docMk/>
            <pc:sldMk cId="1639562696" sldId="259"/>
            <ac:spMk id="2" creationId="{96FC628F-898A-4819-A5A7-389155001F61}"/>
          </ac:spMkLst>
        </pc:spChg>
      </pc:sldChg>
      <pc:sldChg chg="del">
        <pc:chgData name="Amke Odens" userId="9bfea4f9b5172781" providerId="LiveId" clId="{853A4D96-1EE0-4533-973E-082226F341DC}" dt="2019-09-08T10:51:03.126" v="0" actId="2696"/>
        <pc:sldMkLst>
          <pc:docMk/>
          <pc:sldMk cId="1747132633" sldId="261"/>
        </pc:sldMkLst>
      </pc:sldChg>
      <pc:sldChg chg="modSp add">
        <pc:chgData name="Amke Odens" userId="9bfea4f9b5172781" providerId="LiveId" clId="{853A4D96-1EE0-4533-973E-082226F341DC}" dt="2019-09-08T11:03:59.442" v="156" actId="14734"/>
        <pc:sldMkLst>
          <pc:docMk/>
          <pc:sldMk cId="3167683956" sldId="263"/>
        </pc:sldMkLst>
        <pc:graphicFrameChg chg="mod modGraphic">
          <ac:chgData name="Amke Odens" userId="9bfea4f9b5172781" providerId="LiveId" clId="{853A4D96-1EE0-4533-973E-082226F341DC}" dt="2019-09-08T11:03:59.442" v="156" actId="14734"/>
          <ac:graphicFrameMkLst>
            <pc:docMk/>
            <pc:sldMk cId="3167683956" sldId="263"/>
            <ac:graphicFrameMk id="4" creationId="{562F7D9A-1D5E-40AD-8BAA-AECBBAD91E47}"/>
          </ac:graphicFrameMkLst>
        </pc:graphicFrameChg>
      </pc:sldChg>
      <pc:sldChg chg="modSp add">
        <pc:chgData name="Amke Odens" userId="9bfea4f9b5172781" providerId="LiveId" clId="{853A4D96-1EE0-4533-973E-082226F341DC}" dt="2019-09-10T16:56:02.464" v="161"/>
        <pc:sldMkLst>
          <pc:docMk/>
          <pc:sldMk cId="3162844848" sldId="264"/>
        </pc:sldMkLst>
        <pc:spChg chg="mod">
          <ac:chgData name="Amke Odens" userId="9bfea4f9b5172781" providerId="LiveId" clId="{853A4D96-1EE0-4533-973E-082226F341DC}" dt="2019-09-10T16:56:02.464" v="161"/>
          <ac:spMkLst>
            <pc:docMk/>
            <pc:sldMk cId="3162844848" sldId="264"/>
            <ac:spMk id="2" creationId="{8ECA2BD7-AA05-44EB-A745-C1EDDA0F077A}"/>
          </ac:spMkLst>
        </pc:spChg>
        <pc:spChg chg="mod">
          <ac:chgData name="Amke Odens" userId="9bfea4f9b5172781" providerId="LiveId" clId="{853A4D96-1EE0-4533-973E-082226F341DC}" dt="2019-09-10T16:55:46.807" v="160" actId="27636"/>
          <ac:spMkLst>
            <pc:docMk/>
            <pc:sldMk cId="3162844848" sldId="264"/>
            <ac:spMk id="3" creationId="{67A7BA06-8352-4BD7-8C59-779BD8852792}"/>
          </ac:spMkLst>
        </pc:spChg>
      </pc:sldChg>
      <pc:sldChg chg="addSp delSp modSp add">
        <pc:chgData name="Amke Odens" userId="9bfea4f9b5172781" providerId="LiveId" clId="{853A4D96-1EE0-4533-973E-082226F341DC}" dt="2019-09-10T16:57:13.910" v="176" actId="732"/>
        <pc:sldMkLst>
          <pc:docMk/>
          <pc:sldMk cId="4250585397" sldId="265"/>
        </pc:sldMkLst>
        <pc:spChg chg="del mod">
          <ac:chgData name="Amke Odens" userId="9bfea4f9b5172781" providerId="LiveId" clId="{853A4D96-1EE0-4533-973E-082226F341DC}" dt="2019-09-10T16:56:41.672" v="170"/>
          <ac:spMkLst>
            <pc:docMk/>
            <pc:sldMk cId="4250585397" sldId="265"/>
            <ac:spMk id="3" creationId="{67A7BA06-8352-4BD7-8C59-779BD8852792}"/>
          </ac:spMkLst>
        </pc:spChg>
        <pc:picChg chg="add mod modCrop">
          <ac:chgData name="Amke Odens" userId="9bfea4f9b5172781" providerId="LiveId" clId="{853A4D96-1EE0-4533-973E-082226F341DC}" dt="2019-09-10T16:57:13.910" v="176" actId="732"/>
          <ac:picMkLst>
            <pc:docMk/>
            <pc:sldMk cId="4250585397" sldId="265"/>
            <ac:picMk id="4" creationId="{D14DC63A-5008-4387-AA37-1D64443FB7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EAA64-4E48-451B-9E1C-57D3F51F8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E573B2-946D-4C8E-B404-36FCCAE04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58B12-C15D-4EF2-836C-8A354D80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3E1439-9CED-4DEF-A217-7AD47BCD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71495-945D-4C8A-8FEC-85EEE651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592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4102-3125-4EEF-85FD-DF73E851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7856F5-4B02-4409-9AD3-957A41B6E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4FD625-8AC2-41A5-AA30-0A5C886A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02CC4F-C6CE-4E27-B71E-80BDB872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A45ABD-E192-4F50-A987-D32AB9AC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813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3681B-493F-4C01-BE73-69FE863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8665E-8138-40BB-8F3E-DF6A5CA0D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4539E-E80D-4408-B46D-B17AC58C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149197-BA65-4531-849D-A221F55DE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114917-DAD8-433C-AE53-B56E809F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532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19B22-F4DF-4669-9063-7F07993F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FE1F9A-5118-42DF-A920-E811E8FCD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AA52DD-8420-46AA-8CD5-40D30C5C5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5168C-384E-4867-8FB6-5F196A04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919E23-3338-44C0-8F63-F2A8E082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320456-5950-45AD-AB72-FA8C29C6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80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630DC-7F20-41D7-8BBA-0D9E4D57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3252F-4938-4CD5-89B6-986706952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14F592-E915-4DED-9E9B-27103A6F3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7A0C2CE-7F8D-40C0-99A7-D5CF7F133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0144B0-8075-45FE-BC9C-95566FBE6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7626B8-B7FC-4069-9F6E-D20FA6B2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856741-6468-4D58-AA9B-60507770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8E660B-2654-4553-A61E-1C73B46A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4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CE8D-E170-40A6-B086-0B275E42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B62ED6-2067-4209-8BD7-11C3B01F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3D54969-4A6E-4E96-87B3-A1F151C7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10BB89-7B11-4614-8D97-3BD38125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233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A36166-BE14-403A-BC4A-4C1F78F6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9DDEBE-0779-44EF-AA48-9E633CCE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F0EC59-EC8E-40CC-B8D9-9E7B09CB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68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9F5A3-8B21-43DB-B8FD-73D0C8EC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A9499-59BA-4B79-A8C5-1C5E3B394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DC569F-2416-4FD2-8A3A-FDAB16DC7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24D12C-46A5-4545-AE18-9ACC3F807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CA95BB-6055-449B-AB9E-1C09CE4D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B7DD98-9FD2-4141-B9B8-4F6A909F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796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C7B9D-0B39-44BC-A22D-52911D0C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040DC7-E8E4-463C-A078-6DDA368CC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E21E8B-3DCB-46C6-9CE6-B490A7172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DFED7A-AFAE-420E-9BFE-10144638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88FF01-21C5-4468-9E57-0DF73587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003C52-E08A-47BC-A995-082764B3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18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A450B-0CAB-4F10-8CA5-5BF7DC9E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275DA6-3CC0-45BE-9D2C-7EF30C4C8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B48950-AEBD-4994-A8D0-AB71F0C3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CF0E71-4AC9-4014-AD85-BFC9DE83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14B020-D999-4561-AD45-ABB0E731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92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817DA2-83D0-4323-B6AD-1B6B0630F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D481E2-3203-494A-9CAC-5A0CAC24C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3C8204-D43C-4497-85A6-89F3562A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53AF5A-D867-4D2A-BA1F-F89D0CA6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D8394-FC72-4F4F-A3D5-BB43B640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58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3904E4-1E4E-4F3A-A23F-CF430F04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7E30E9-8351-42A9-AA37-30B886FCD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4A2954-5C9E-40C0-B3FC-FE93521B1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840BA-342C-40A9-A6C3-CECDE3D26E23}" type="datetimeFigureOut">
              <a:rPr lang="es-ES" smtClean="0"/>
              <a:t>15/02/2023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E092E-54E1-4B5E-9A10-BD6297679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FBC76-BB84-41DD-A3E3-273FD5F4C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7485-378E-4FA3-B7ED-1E795E296405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253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6431E-B983-4FB2-A2A4-725757764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0759" y="1252826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s-MX"/>
              <a:t>¿</a:t>
            </a:r>
            <a:r>
              <a:rPr lang="de-DE"/>
              <a:t>Qué</a:t>
            </a:r>
            <a:r>
              <a:rPr lang="de-DE" dirty="0"/>
              <a:t> </a:t>
            </a:r>
            <a:r>
              <a:rPr lang="de-DE" dirty="0" err="1"/>
              <a:t>sabes</a:t>
            </a:r>
            <a:r>
              <a:rPr lang="de-DE" dirty="0"/>
              <a:t> </a:t>
            </a:r>
            <a:r>
              <a:rPr lang="de-DE" dirty="0" err="1"/>
              <a:t>sobre</a:t>
            </a:r>
            <a:r>
              <a:rPr lang="de-DE" dirty="0"/>
              <a:t>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turismo</a:t>
            </a:r>
            <a:r>
              <a:rPr lang="de-DE" dirty="0"/>
              <a:t> en </a:t>
            </a:r>
            <a:r>
              <a:rPr lang="de-DE" dirty="0" err="1"/>
              <a:t>Espa</a:t>
            </a:r>
            <a:r>
              <a:rPr lang="es-ES" dirty="0" err="1"/>
              <a:t>ña</a:t>
            </a:r>
            <a:r>
              <a:rPr lang="es-ES" dirty="0"/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C460B1-4D51-454D-BCC7-2CA78D8A7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A5451855-6E92-4572-BD5C-732D80A52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646" y="1380457"/>
            <a:ext cx="4213927" cy="435133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12F437C-7E05-4A25-98A1-CD2CF29165E8}"/>
              </a:ext>
            </a:extLst>
          </p:cNvPr>
          <p:cNvSpPr/>
          <p:nvPr/>
        </p:nvSpPr>
        <p:spPr>
          <a:xfrm>
            <a:off x="5859379" y="1828800"/>
            <a:ext cx="5366084" cy="418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de-DE" dirty="0" err="1"/>
              <a:t>Cuenta</a:t>
            </a:r>
            <a:r>
              <a:rPr lang="de-DE" dirty="0"/>
              <a:t> uno –dos</a:t>
            </a:r>
          </a:p>
          <a:p>
            <a:pPr marL="342900" indent="-342900" algn="ctr">
              <a:buAutoNum type="arabicPeriod"/>
            </a:pPr>
            <a:r>
              <a:rPr lang="de-DE" dirty="0"/>
              <a:t>Las personas del </a:t>
            </a:r>
            <a:r>
              <a:rPr lang="de-DE" dirty="0" err="1"/>
              <a:t>número</a:t>
            </a:r>
            <a:r>
              <a:rPr lang="de-DE" dirty="0"/>
              <a:t> 1 </a:t>
            </a:r>
            <a:r>
              <a:rPr lang="de-DE" dirty="0" err="1"/>
              <a:t>forman</a:t>
            </a:r>
            <a:r>
              <a:rPr lang="de-DE" dirty="0"/>
              <a:t> </a:t>
            </a:r>
            <a:r>
              <a:rPr lang="de-DE" dirty="0" err="1"/>
              <a:t>un</a:t>
            </a:r>
            <a:r>
              <a:rPr lang="de-DE" dirty="0"/>
              <a:t> </a:t>
            </a:r>
            <a:r>
              <a:rPr lang="de-DE" dirty="0" err="1"/>
              <a:t>círculo</a:t>
            </a:r>
            <a:r>
              <a:rPr lang="de-DE" dirty="0"/>
              <a:t> </a:t>
            </a:r>
            <a:r>
              <a:rPr lang="de-DE" dirty="0" err="1"/>
              <a:t>grande</a:t>
            </a:r>
            <a:endParaRPr lang="de-DE" dirty="0"/>
          </a:p>
          <a:p>
            <a:pPr marL="342900" indent="-342900" algn="ctr">
              <a:buAutoNum type="arabicPeriod"/>
            </a:pPr>
            <a:r>
              <a:rPr lang="de-DE" dirty="0"/>
              <a:t>Las personas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número</a:t>
            </a:r>
            <a:r>
              <a:rPr lang="de-DE" dirty="0"/>
              <a:t> 2 </a:t>
            </a:r>
            <a:r>
              <a:rPr lang="de-DE" dirty="0" err="1"/>
              <a:t>forman</a:t>
            </a:r>
            <a:r>
              <a:rPr lang="de-DE" dirty="0"/>
              <a:t> </a:t>
            </a:r>
            <a:r>
              <a:rPr lang="de-DE" dirty="0" err="1"/>
              <a:t>un</a:t>
            </a:r>
            <a:r>
              <a:rPr lang="de-DE" dirty="0"/>
              <a:t> </a:t>
            </a:r>
            <a:r>
              <a:rPr lang="de-DE" dirty="0" err="1"/>
              <a:t>círculo</a:t>
            </a:r>
            <a:r>
              <a:rPr lang="de-DE" dirty="0"/>
              <a:t> </a:t>
            </a:r>
            <a:r>
              <a:rPr lang="de-DE" dirty="0" err="1"/>
              <a:t>peque</a:t>
            </a:r>
            <a:r>
              <a:rPr lang="es-ES" dirty="0"/>
              <a:t>ñ</a:t>
            </a:r>
            <a:r>
              <a:rPr lang="de-DE" dirty="0"/>
              <a:t>o.</a:t>
            </a:r>
          </a:p>
          <a:p>
            <a:pPr marL="342900" indent="-342900" algn="ctr">
              <a:buAutoNum type="arabicPeriod"/>
            </a:pPr>
            <a:r>
              <a:rPr lang="de-DE" dirty="0" err="1"/>
              <a:t>Presentad</a:t>
            </a:r>
            <a:r>
              <a:rPr lang="de-DE" dirty="0"/>
              <a:t> las </a:t>
            </a:r>
            <a:r>
              <a:rPr lang="de-DE" dirty="0" err="1"/>
              <a:t>preguntas</a:t>
            </a:r>
            <a:r>
              <a:rPr lang="de-DE" dirty="0"/>
              <a:t> en </a:t>
            </a:r>
            <a:r>
              <a:rPr lang="de-DE" dirty="0" err="1"/>
              <a:t>sus</a:t>
            </a:r>
            <a:r>
              <a:rPr lang="de-DE" dirty="0"/>
              <a:t> </a:t>
            </a:r>
            <a:r>
              <a:rPr lang="de-DE" dirty="0" err="1"/>
              <a:t>tarjetas</a:t>
            </a:r>
            <a:r>
              <a:rPr lang="de-DE" dirty="0"/>
              <a:t>.</a:t>
            </a:r>
          </a:p>
          <a:p>
            <a:pPr marL="342900" indent="-342900" algn="ctr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70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AAE94-BCF9-4B1C-B8C2-04C4A789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</a:t>
            </a:r>
            <a:r>
              <a:rPr lang="de-DE" dirty="0" err="1"/>
              <a:t>Qué</a:t>
            </a:r>
            <a:r>
              <a:rPr lang="de-DE" dirty="0"/>
              <a:t> </a:t>
            </a:r>
            <a:r>
              <a:rPr lang="de-DE" dirty="0" err="1"/>
              <a:t>tipo</a:t>
            </a:r>
            <a:r>
              <a:rPr lang="de-DE" dirty="0"/>
              <a:t> de </a:t>
            </a:r>
            <a:r>
              <a:rPr lang="de-DE" dirty="0" err="1"/>
              <a:t>turismo</a:t>
            </a:r>
            <a:r>
              <a:rPr lang="de-DE" dirty="0"/>
              <a:t> </a:t>
            </a:r>
            <a:r>
              <a:rPr lang="de-DE" dirty="0" err="1"/>
              <a:t>te</a:t>
            </a:r>
            <a:r>
              <a:rPr lang="de-DE" dirty="0"/>
              <a:t> </a:t>
            </a:r>
            <a:r>
              <a:rPr lang="de-DE" dirty="0" err="1"/>
              <a:t>gusta</a:t>
            </a:r>
            <a:r>
              <a:rPr lang="de-DE" dirty="0"/>
              <a:t> a </a:t>
            </a:r>
            <a:r>
              <a:rPr lang="de-DE" dirty="0" err="1"/>
              <a:t>ti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483873-C126-4F6B-9380-E89E26606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Haz</a:t>
            </a:r>
            <a:r>
              <a:rPr lang="de-DE" dirty="0"/>
              <a:t> </a:t>
            </a:r>
            <a:r>
              <a:rPr lang="de-DE" dirty="0" err="1"/>
              <a:t>una</a:t>
            </a:r>
            <a:r>
              <a:rPr lang="de-DE" dirty="0"/>
              <a:t> </a:t>
            </a:r>
            <a:r>
              <a:rPr lang="de-DE" dirty="0" err="1"/>
              <a:t>entrevista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tu </a:t>
            </a:r>
            <a:r>
              <a:rPr lang="de-DE" dirty="0" err="1"/>
              <a:t>compa</a:t>
            </a:r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ñ</a:t>
            </a:r>
            <a:r>
              <a:rPr lang="de-DE" dirty="0" err="1"/>
              <a:t>ero</a:t>
            </a:r>
            <a:r>
              <a:rPr lang="de-DE" dirty="0"/>
              <a:t>/-a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4C41F4-B39F-4386-9CB9-096527BD9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14" t="27660" r="26915" b="44255"/>
          <a:stretch/>
        </p:blipFill>
        <p:spPr>
          <a:xfrm>
            <a:off x="1468876" y="2577831"/>
            <a:ext cx="8352278" cy="2733472"/>
          </a:xfrm>
          <a:prstGeom prst="rect">
            <a:avLst/>
          </a:prstGeom>
        </p:spPr>
      </p:pic>
      <p:pic>
        <p:nvPicPr>
          <p:cNvPr id="7" name="Grafik 6" descr="Uhr mit einfarbiger Füllung">
            <a:extLst>
              <a:ext uri="{FF2B5EF4-FFF2-40B4-BE49-F238E27FC236}">
                <a16:creationId xmlns:a16="http://schemas.microsoft.com/office/drawing/2014/main" id="{F73F0E19-7A2D-4813-A1D9-AC2C9C334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754" y="5397500"/>
            <a:ext cx="914400" cy="9144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0A3350C0-BA31-423D-B27C-5A8667CBEF8D}"/>
              </a:ext>
            </a:extLst>
          </p:cNvPr>
          <p:cNvSpPr/>
          <p:nvPr/>
        </p:nvSpPr>
        <p:spPr>
          <a:xfrm>
            <a:off x="9716852" y="5562920"/>
            <a:ext cx="1741251" cy="583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6 min.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A939C63-A0B1-4BF1-AD28-515DB6099C98}"/>
              </a:ext>
            </a:extLst>
          </p:cNvPr>
          <p:cNvSpPr/>
          <p:nvPr/>
        </p:nvSpPr>
        <p:spPr>
          <a:xfrm>
            <a:off x="203004" y="5397500"/>
            <a:ext cx="5442011" cy="1325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¿Listo?</a:t>
            </a:r>
          </a:p>
          <a:p>
            <a:pPr algn="ctr"/>
            <a:r>
              <a:rPr lang="es-E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Ahora conoces las preferencias de tu compañero/a. Lee la clasificación de los tipos diferentes abajo. ¿Qué piensas? ¿Qué tipo de viajero/a es tu compañero/a? ¿Por qué? Toma apuntes.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841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9449-8F95-4EAB-BE26-6F2C7EFC7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 err="1"/>
              <a:t>Controlar</a:t>
            </a:r>
            <a:r>
              <a:rPr lang="de-DE" dirty="0"/>
              <a:t> la </a:t>
            </a:r>
            <a:r>
              <a:rPr lang="de-DE" dirty="0" err="1"/>
              <a:t>tarea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Ver </a:t>
            </a:r>
            <a:r>
              <a:rPr lang="de-DE" dirty="0" err="1"/>
              <a:t>un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sobre</a:t>
            </a:r>
            <a:r>
              <a:rPr lang="de-DE" dirty="0"/>
              <a:t> </a:t>
            </a:r>
            <a:r>
              <a:rPr lang="de-DE" dirty="0" err="1"/>
              <a:t>Andalucía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Los </a:t>
            </a:r>
            <a:r>
              <a:rPr lang="de-DE" dirty="0" err="1"/>
              <a:t>tipos</a:t>
            </a:r>
            <a:r>
              <a:rPr lang="de-DE" dirty="0"/>
              <a:t> del </a:t>
            </a:r>
            <a:r>
              <a:rPr lang="de-DE" dirty="0" err="1"/>
              <a:t>turismo</a:t>
            </a:r>
            <a:r>
              <a:rPr lang="de-DE" dirty="0"/>
              <a:t> en </a:t>
            </a:r>
            <a:r>
              <a:rPr lang="de-DE" dirty="0" err="1"/>
              <a:t>Andalucía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Una </a:t>
            </a:r>
            <a:r>
              <a:rPr lang="de-DE" dirty="0" err="1"/>
              <a:t>redacción</a:t>
            </a:r>
            <a:r>
              <a:rPr lang="de-DE" dirty="0"/>
              <a:t> </a:t>
            </a:r>
            <a:r>
              <a:rPr lang="de-DE" dirty="0" err="1"/>
              <a:t>escrita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para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escribir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folleto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>
                <a:sym typeface="Wingdings" panose="05000000000000000000" pitchFamily="2" charset="2"/>
              </a:rPr>
              <a:t>turístico</a:t>
            </a: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5699CB5-6BB5-4989-8FF6-A366186E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/>
              <a:t>Plan de </a:t>
            </a:r>
            <a:r>
              <a:rPr lang="de-DE" b="1" dirty="0" err="1"/>
              <a:t>hoy</a:t>
            </a:r>
            <a:r>
              <a:rPr lang="de-DE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797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0182D-0787-43C2-9B94-F7408D090E0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 err="1"/>
              <a:t>Andalucía</a:t>
            </a:r>
            <a:r>
              <a:rPr lang="de-DE" b="1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D07553-2714-43FB-8EA3-AE4FB703A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¿</a:t>
            </a:r>
            <a:r>
              <a:rPr lang="de-DE" sz="2000" dirty="0" err="1">
                <a:latin typeface="+mj-lt"/>
              </a:rPr>
              <a:t>Qué</a:t>
            </a:r>
            <a:r>
              <a:rPr lang="de-DE" sz="2000" dirty="0">
                <a:latin typeface="+mj-lt"/>
              </a:rPr>
              <a:t> </a:t>
            </a:r>
            <a:r>
              <a:rPr lang="de-DE" sz="2000" dirty="0" err="1">
                <a:latin typeface="+mj-lt"/>
              </a:rPr>
              <a:t>tipo</a:t>
            </a:r>
            <a:r>
              <a:rPr lang="de-DE" sz="2000" dirty="0">
                <a:latin typeface="+mj-lt"/>
              </a:rPr>
              <a:t> de </a:t>
            </a:r>
            <a:r>
              <a:rPr lang="de-DE" sz="2000" dirty="0" err="1">
                <a:latin typeface="+mj-lt"/>
              </a:rPr>
              <a:t>video</a:t>
            </a:r>
            <a:r>
              <a:rPr lang="de-DE" sz="2000" dirty="0">
                <a:latin typeface="+mj-lt"/>
              </a:rPr>
              <a:t> es?          </a:t>
            </a:r>
          </a:p>
          <a:p>
            <a:pPr marL="0" indent="0">
              <a:buNone/>
            </a:pPr>
            <a:r>
              <a:rPr lang="es-E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¿</a:t>
            </a:r>
            <a:r>
              <a:rPr lang="de-DE" sz="2000" dirty="0" err="1">
                <a:latin typeface="+mj-lt"/>
              </a:rPr>
              <a:t>Qué</a:t>
            </a:r>
            <a:r>
              <a:rPr lang="de-DE" sz="2000" dirty="0">
                <a:latin typeface="+mj-lt"/>
              </a:rPr>
              <a:t> </a:t>
            </a:r>
            <a:r>
              <a:rPr lang="de-DE" sz="2000" dirty="0" err="1">
                <a:latin typeface="+mj-lt"/>
              </a:rPr>
              <a:t>actividades</a:t>
            </a:r>
            <a:r>
              <a:rPr lang="de-DE" sz="2000" dirty="0">
                <a:latin typeface="+mj-lt"/>
              </a:rPr>
              <a:t> </a:t>
            </a:r>
            <a:r>
              <a:rPr lang="de-DE" sz="2000" dirty="0" err="1">
                <a:latin typeface="+mj-lt"/>
              </a:rPr>
              <a:t>turísticas</a:t>
            </a:r>
            <a:r>
              <a:rPr lang="de-DE" sz="2000" dirty="0">
                <a:latin typeface="+mj-lt"/>
              </a:rPr>
              <a:t> se </a:t>
            </a:r>
            <a:r>
              <a:rPr lang="de-DE" sz="2000" dirty="0" err="1">
                <a:latin typeface="+mj-lt"/>
              </a:rPr>
              <a:t>pueden</a:t>
            </a:r>
            <a:r>
              <a:rPr lang="de-DE" sz="2000" dirty="0">
                <a:latin typeface="+mj-lt"/>
              </a:rPr>
              <a:t> </a:t>
            </a:r>
            <a:r>
              <a:rPr lang="de-DE" sz="2000" dirty="0" err="1">
                <a:latin typeface="+mj-lt"/>
              </a:rPr>
              <a:t>hacer</a:t>
            </a:r>
            <a:r>
              <a:rPr lang="de-DE" sz="2000" dirty="0">
                <a:latin typeface="+mj-lt"/>
              </a:rPr>
              <a:t> en </a:t>
            </a:r>
            <a:r>
              <a:rPr lang="de-DE" sz="2000" dirty="0" err="1">
                <a:latin typeface="+mj-lt"/>
              </a:rPr>
              <a:t>Andalucía</a:t>
            </a:r>
            <a:r>
              <a:rPr lang="de-DE" sz="2000" dirty="0"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613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C8EB7-E0FD-4E4D-819F-340CC4487B6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s-ES" dirty="0"/>
              <a:t>Tipos del turismo en Andalucía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CF0B6E-6AD0-430A-B324-95E6862FF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s-MX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Lee el texto. Toma apuntes en la caja correspondiente y piensa que son actividades para el tipo del turismo y donde hay buenos lugares (ubicaciones) para hacerlas. (15 min.)</a:t>
            </a:r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Comparte tus resultados con tu pareja (3 min.)</a:t>
            </a:r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851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0519F-E8C8-41A0-BC4E-6D5CB05B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52"/>
            <a:ext cx="105156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de-DE" dirty="0" err="1"/>
              <a:t>Tres</a:t>
            </a:r>
            <a:r>
              <a:rPr lang="de-DE" dirty="0"/>
              <a:t> </a:t>
            </a:r>
            <a:r>
              <a:rPr lang="de-DE" dirty="0" err="1"/>
              <a:t>tipos</a:t>
            </a:r>
            <a:r>
              <a:rPr lang="de-DE" dirty="0"/>
              <a:t> de </a:t>
            </a:r>
            <a:r>
              <a:rPr lang="de-DE" dirty="0" err="1"/>
              <a:t>turismo</a:t>
            </a:r>
            <a:r>
              <a:rPr lang="de-DE" dirty="0"/>
              <a:t> en </a:t>
            </a:r>
            <a:r>
              <a:rPr lang="de-DE" dirty="0" err="1"/>
              <a:t>Andalucía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E9267-73F0-4405-9502-CF9F0117B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62F7D9A-1D5E-40AD-8BAA-AECBBAD91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472024"/>
              </p:ext>
            </p:extLst>
          </p:nvPr>
        </p:nvGraphicFramePr>
        <p:xfrm>
          <a:off x="444616" y="1518407"/>
          <a:ext cx="11274805" cy="72482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3641">
                  <a:extLst>
                    <a:ext uri="{9D8B030D-6E8A-4147-A177-3AD203B41FA5}">
                      <a16:colId xmlns:a16="http://schemas.microsoft.com/office/drawing/2014/main" val="2555348240"/>
                    </a:ext>
                  </a:extLst>
                </a:gridCol>
                <a:gridCol w="1743266">
                  <a:extLst>
                    <a:ext uri="{9D8B030D-6E8A-4147-A177-3AD203B41FA5}">
                      <a16:colId xmlns:a16="http://schemas.microsoft.com/office/drawing/2014/main" val="823632692"/>
                    </a:ext>
                  </a:extLst>
                </a:gridCol>
                <a:gridCol w="1743266">
                  <a:extLst>
                    <a:ext uri="{9D8B030D-6E8A-4147-A177-3AD203B41FA5}">
                      <a16:colId xmlns:a16="http://schemas.microsoft.com/office/drawing/2014/main" val="2105737621"/>
                    </a:ext>
                  </a:extLst>
                </a:gridCol>
                <a:gridCol w="1539380">
                  <a:extLst>
                    <a:ext uri="{9D8B030D-6E8A-4147-A177-3AD203B41FA5}">
                      <a16:colId xmlns:a16="http://schemas.microsoft.com/office/drawing/2014/main" val="2374957121"/>
                    </a:ext>
                  </a:extLst>
                </a:gridCol>
                <a:gridCol w="1539380">
                  <a:extLst>
                    <a:ext uri="{9D8B030D-6E8A-4147-A177-3AD203B41FA5}">
                      <a16:colId xmlns:a16="http://schemas.microsoft.com/office/drawing/2014/main" val="916804965"/>
                    </a:ext>
                  </a:extLst>
                </a:gridCol>
                <a:gridCol w="1572936">
                  <a:extLst>
                    <a:ext uri="{9D8B030D-6E8A-4147-A177-3AD203B41FA5}">
                      <a16:colId xmlns:a16="http://schemas.microsoft.com/office/drawing/2014/main" val="225091802"/>
                    </a:ext>
                  </a:extLst>
                </a:gridCol>
                <a:gridCol w="1572936">
                  <a:extLst>
                    <a:ext uri="{9D8B030D-6E8A-4147-A177-3AD203B41FA5}">
                      <a16:colId xmlns:a16="http://schemas.microsoft.com/office/drawing/2014/main" val="554032952"/>
                    </a:ext>
                  </a:extLst>
                </a:gridCol>
              </a:tblGrid>
              <a:tr h="3519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 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A: El turismo deportivo en Andalucía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B: El turismo cultural en Andalucía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C: El turismo en espacios naturales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054855"/>
                  </a:ext>
                </a:extLst>
              </a:tr>
              <a:tr h="19466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Características generales sobre el paisaje andaluz</a:t>
                      </a:r>
                      <a:endParaRPr lang="es-E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gridSpan="6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- 1100 kilómetros de costa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- 300 días de sol al año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- tiene dos parques nacionales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1200" dirty="0">
                          <a:effectLst/>
                        </a:rPr>
                        <a:t>tiene una gastronomía rica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368335"/>
                  </a:ext>
                </a:extLst>
              </a:tr>
              <a:tr h="27950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Actividades y lugares en Andalucía para el tipo del turismo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extLst>
                  <a:ext uri="{0D108BD9-81ED-4DB2-BD59-A6C34878D82A}">
                    <a16:rowId xmlns:a16="http://schemas.microsoft.com/office/drawing/2014/main" val="28009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15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0519F-E8C8-41A0-BC4E-6D5CB05B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52"/>
            <a:ext cx="105156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de-DE" dirty="0" err="1"/>
              <a:t>Tres</a:t>
            </a:r>
            <a:r>
              <a:rPr lang="de-DE" dirty="0"/>
              <a:t> </a:t>
            </a:r>
            <a:r>
              <a:rPr lang="de-DE" dirty="0" err="1"/>
              <a:t>tipos</a:t>
            </a:r>
            <a:r>
              <a:rPr lang="de-DE" dirty="0"/>
              <a:t> de </a:t>
            </a:r>
            <a:r>
              <a:rPr lang="de-DE" dirty="0" err="1"/>
              <a:t>turismo</a:t>
            </a:r>
            <a:r>
              <a:rPr lang="de-DE" dirty="0"/>
              <a:t> en </a:t>
            </a:r>
            <a:r>
              <a:rPr lang="de-DE" dirty="0" err="1"/>
              <a:t>Andalucía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E9267-73F0-4405-9502-CF9F0117B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62F7D9A-1D5E-40AD-8BAA-AECBBAD91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17739"/>
              </p:ext>
            </p:extLst>
          </p:nvPr>
        </p:nvGraphicFramePr>
        <p:xfrm>
          <a:off x="444616" y="1518407"/>
          <a:ext cx="11274805" cy="51925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3641">
                  <a:extLst>
                    <a:ext uri="{9D8B030D-6E8A-4147-A177-3AD203B41FA5}">
                      <a16:colId xmlns:a16="http://schemas.microsoft.com/office/drawing/2014/main" val="2555348240"/>
                    </a:ext>
                  </a:extLst>
                </a:gridCol>
                <a:gridCol w="1743266">
                  <a:extLst>
                    <a:ext uri="{9D8B030D-6E8A-4147-A177-3AD203B41FA5}">
                      <a16:colId xmlns:a16="http://schemas.microsoft.com/office/drawing/2014/main" val="823632692"/>
                    </a:ext>
                  </a:extLst>
                </a:gridCol>
                <a:gridCol w="1743266">
                  <a:extLst>
                    <a:ext uri="{9D8B030D-6E8A-4147-A177-3AD203B41FA5}">
                      <a16:colId xmlns:a16="http://schemas.microsoft.com/office/drawing/2014/main" val="2105737621"/>
                    </a:ext>
                  </a:extLst>
                </a:gridCol>
                <a:gridCol w="1539380">
                  <a:extLst>
                    <a:ext uri="{9D8B030D-6E8A-4147-A177-3AD203B41FA5}">
                      <a16:colId xmlns:a16="http://schemas.microsoft.com/office/drawing/2014/main" val="2374957121"/>
                    </a:ext>
                  </a:extLst>
                </a:gridCol>
                <a:gridCol w="1539380">
                  <a:extLst>
                    <a:ext uri="{9D8B030D-6E8A-4147-A177-3AD203B41FA5}">
                      <a16:colId xmlns:a16="http://schemas.microsoft.com/office/drawing/2014/main" val="916804965"/>
                    </a:ext>
                  </a:extLst>
                </a:gridCol>
                <a:gridCol w="1572936">
                  <a:extLst>
                    <a:ext uri="{9D8B030D-6E8A-4147-A177-3AD203B41FA5}">
                      <a16:colId xmlns:a16="http://schemas.microsoft.com/office/drawing/2014/main" val="225091802"/>
                    </a:ext>
                  </a:extLst>
                </a:gridCol>
                <a:gridCol w="1572936">
                  <a:extLst>
                    <a:ext uri="{9D8B030D-6E8A-4147-A177-3AD203B41FA5}">
                      <a16:colId xmlns:a16="http://schemas.microsoft.com/office/drawing/2014/main" val="554032952"/>
                    </a:ext>
                  </a:extLst>
                </a:gridCol>
              </a:tblGrid>
              <a:tr h="3519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 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A: El turismo deportivo en Andalucía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B: El turismo cultural en Andalucía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</a:rPr>
                        <a:t>C: El turismo en espacios naturales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054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Características generales sobre el paisaje andaluz</a:t>
                      </a:r>
                      <a:endParaRPr lang="es-E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gridSpan="6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- </a:t>
                      </a:r>
                      <a:r>
                        <a:rPr lang="es-MX" sz="2000" dirty="0">
                          <a:effectLst/>
                        </a:rPr>
                        <a:t>1100 kilómetros de costa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>
                          <a:effectLst/>
                        </a:rPr>
                        <a:t>- 300 días de sol al año</a:t>
                      </a:r>
                      <a:endParaRPr lang="es-ES" sz="20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>
                          <a:effectLst/>
                        </a:rPr>
                        <a:t> - tiene dos parques nacionales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2000" dirty="0">
                          <a:effectLst/>
                        </a:rPr>
                        <a:t>tiene una gastronomía rica</a:t>
                      </a:r>
                      <a:endParaRPr lang="es-ES" sz="20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368335"/>
                  </a:ext>
                </a:extLst>
              </a:tr>
              <a:tr h="27950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ES" sz="12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Actividades y lugares en Andalucía para el tipo del turismo</a:t>
                      </a:r>
                      <a:endParaRPr lang="es-E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Deporte de golf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Deportes náuticos: 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surf, el rafting, el esquí </a:t>
                      </a:r>
                      <a:r>
                        <a:rPr lang="es-ES" sz="1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acúatico</a:t>
                      </a: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el kitesurf, el buceo, la pesca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Deporte de caballo 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Deporte de invierno: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esquí </a:t>
                      </a: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Sierra Nevada 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lang="es-E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Costa del Sol</a:t>
                      </a: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1500" dirty="0">
                          <a:effectLst/>
                        </a:rPr>
                        <a:t>Visitar los museos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1500" dirty="0">
                          <a:effectLst/>
                        </a:rPr>
                        <a:t>visitar los monumentos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1500" dirty="0">
                          <a:effectLst/>
                        </a:rPr>
                        <a:t>Conocer las tradiciones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MX" sz="1500" dirty="0">
                          <a:effectLst/>
                        </a:rPr>
                        <a:t>conocer las rutas turísticas culturales </a:t>
                      </a: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Alhambra de Granada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Mezquita de Córdoba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Giralda de Sevilla</a:t>
                      </a: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disfrutar la fauna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escalar en la Sierra Nevada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pasear/ hacer caminatas</a:t>
                      </a: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s-E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ruzar </a:t>
                      </a: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 barco a </a:t>
                      </a:r>
                      <a:r>
                        <a:rPr lang="es-E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 lagos</a:t>
                      </a:r>
                      <a:endParaRPr lang="es-E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lang="es-E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056" marR="5505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Doñana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Sierra Nevada</a:t>
                      </a:r>
                    </a:p>
                  </a:txBody>
                  <a:tcPr marL="55056" marR="55056" marT="0" marB="0"/>
                </a:tc>
                <a:extLst>
                  <a:ext uri="{0D108BD9-81ED-4DB2-BD59-A6C34878D82A}">
                    <a16:rowId xmlns:a16="http://schemas.microsoft.com/office/drawing/2014/main" val="28009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32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572BBF-0E60-48B6-8942-4839C82CC75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 err="1"/>
              <a:t>Escribir</a:t>
            </a:r>
            <a:r>
              <a:rPr lang="de-DE" dirty="0"/>
              <a:t> </a:t>
            </a:r>
            <a:r>
              <a:rPr lang="de-DE" dirty="0" err="1"/>
              <a:t>un</a:t>
            </a:r>
            <a:r>
              <a:rPr lang="de-DE" dirty="0"/>
              <a:t> </a:t>
            </a:r>
            <a:r>
              <a:rPr lang="de-DE" dirty="0" err="1"/>
              <a:t>texto</a:t>
            </a:r>
            <a:r>
              <a:rPr lang="de-DE" dirty="0"/>
              <a:t> </a:t>
            </a:r>
            <a:r>
              <a:rPr lang="de-DE" dirty="0" err="1"/>
              <a:t>para</a:t>
            </a:r>
            <a:r>
              <a:rPr lang="de-DE" dirty="0"/>
              <a:t> </a:t>
            </a:r>
            <a:r>
              <a:rPr lang="de-DE" dirty="0" err="1"/>
              <a:t>una</a:t>
            </a:r>
            <a:r>
              <a:rPr lang="de-DE" dirty="0"/>
              <a:t> </a:t>
            </a:r>
            <a:r>
              <a:rPr lang="de-DE" dirty="0" err="1"/>
              <a:t>revista</a:t>
            </a:r>
            <a:r>
              <a:rPr lang="de-DE" dirty="0"/>
              <a:t> </a:t>
            </a:r>
            <a:r>
              <a:rPr lang="de-DE" dirty="0" err="1"/>
              <a:t>turística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2F4D99-ABF0-413C-8586-F293E8CE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Importante</a:t>
            </a:r>
            <a:r>
              <a:rPr lang="de-DE" dirty="0"/>
              <a:t>:</a:t>
            </a:r>
          </a:p>
          <a:p>
            <a:pPr>
              <a:buFontTx/>
              <a:buChar char="-"/>
            </a:pPr>
            <a:r>
              <a:rPr lang="de-DE" dirty="0" err="1"/>
              <a:t>Usa</a:t>
            </a:r>
            <a:r>
              <a:rPr lang="de-DE" dirty="0"/>
              <a:t> </a:t>
            </a:r>
            <a:r>
              <a:rPr lang="de-DE" dirty="0" err="1"/>
              <a:t>tus</a:t>
            </a:r>
            <a:r>
              <a:rPr lang="de-DE" dirty="0"/>
              <a:t> </a:t>
            </a:r>
            <a:r>
              <a:rPr lang="de-DE" dirty="0" err="1"/>
              <a:t>propias</a:t>
            </a:r>
            <a:r>
              <a:rPr lang="de-DE" dirty="0"/>
              <a:t> </a:t>
            </a:r>
            <a:r>
              <a:rPr lang="de-DE" dirty="0" err="1"/>
              <a:t>palabras</a:t>
            </a:r>
            <a:r>
              <a:rPr lang="de-DE" dirty="0"/>
              <a:t>.</a:t>
            </a:r>
          </a:p>
          <a:p>
            <a:pPr>
              <a:buFontTx/>
              <a:buChar char="-"/>
            </a:pPr>
            <a:r>
              <a:rPr lang="de-DE" dirty="0" err="1"/>
              <a:t>quieres</a:t>
            </a:r>
            <a:r>
              <a:rPr lang="de-DE" dirty="0"/>
              <a:t>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muchas</a:t>
            </a:r>
            <a:r>
              <a:rPr lang="de-DE" dirty="0"/>
              <a:t> personas </a:t>
            </a:r>
            <a:r>
              <a:rPr lang="de-DE" dirty="0" err="1"/>
              <a:t>vengan</a:t>
            </a:r>
            <a:r>
              <a:rPr lang="de-DE" dirty="0"/>
              <a:t> a </a:t>
            </a:r>
            <a:r>
              <a:rPr lang="de-DE" dirty="0" err="1"/>
              <a:t>Andalucía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habla</a:t>
            </a:r>
            <a:r>
              <a:rPr lang="de-DE" dirty="0">
                <a:sym typeface="Wingdings" panose="05000000000000000000" pitchFamily="2" charset="2"/>
              </a:rPr>
              <a:t> de </a:t>
            </a:r>
            <a:r>
              <a:rPr lang="de-DE" dirty="0" err="1">
                <a:sym typeface="Wingdings" panose="05000000000000000000" pitchFamily="2" charset="2"/>
              </a:rPr>
              <a:t>cosas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bonitas</a:t>
            </a:r>
            <a:endParaRPr lang="de-DE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de-DE" dirty="0" err="1">
                <a:sym typeface="Wingdings" panose="05000000000000000000" pitchFamily="2" charset="2"/>
              </a:rPr>
              <a:t>No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formes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frases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muy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largas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>
              <a:buFontTx/>
              <a:buChar char="-"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15 </a:t>
            </a:r>
            <a:r>
              <a:rPr lang="de-DE" dirty="0" err="1">
                <a:sym typeface="Wingdings" panose="05000000000000000000" pitchFamily="2" charset="2"/>
              </a:rPr>
              <a:t>minutos</a:t>
            </a:r>
            <a:r>
              <a:rPr lang="de-DE" dirty="0">
                <a:sym typeface="Wingdings" panose="05000000000000000000" pitchFamily="2" charset="2"/>
              </a:rPr>
              <a:t>.</a:t>
            </a:r>
            <a:endParaRPr lang="de-DE" dirty="0"/>
          </a:p>
          <a:p>
            <a:pPr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4332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A2BD7-AA05-44EB-A745-C1EDDA0F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 </a:t>
            </a:r>
            <a:r>
              <a:rPr lang="de-DE" dirty="0" err="1"/>
              <a:t>redacción</a:t>
            </a:r>
            <a:r>
              <a:rPr lang="de-DE" dirty="0"/>
              <a:t> </a:t>
            </a:r>
            <a:r>
              <a:rPr lang="de-DE" dirty="0" err="1"/>
              <a:t>cooperativa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A7BA06-8352-4BD7-8C59-779BD8852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b="1" dirty="0"/>
              <a:t>Primer paso:</a:t>
            </a:r>
            <a:r>
              <a:rPr lang="es-MX" dirty="0"/>
              <a:t> Formen grupos de cuatro redactores.</a:t>
            </a:r>
            <a:endParaRPr lang="de-DE" dirty="0"/>
          </a:p>
          <a:p>
            <a:r>
              <a:rPr lang="es-MX" b="1" dirty="0"/>
              <a:t>Segundo paso:</a:t>
            </a:r>
            <a:r>
              <a:rPr lang="es-MX" dirty="0"/>
              <a:t> Lean los </a:t>
            </a:r>
            <a:r>
              <a:rPr lang="es-MX" b="1" dirty="0"/>
              <a:t>cuatro</a:t>
            </a:r>
            <a:r>
              <a:rPr lang="es-MX" dirty="0"/>
              <a:t> textos por turno circular. Cada redactor marca las partes más logradas en cuanto al contenido, según su opinión, utilizando su propio color.</a:t>
            </a:r>
          </a:p>
          <a:p>
            <a:r>
              <a:rPr lang="es-MX" b="1" dirty="0"/>
              <a:t>Tercer paso</a:t>
            </a:r>
            <a:r>
              <a:rPr lang="es-MX" dirty="0"/>
              <a:t>: Redacten un texto perfeccionado. Pueden…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  <a:r>
              <a:rPr lang="es-MX" dirty="0"/>
              <a:t>redactar el texto a partir de uno de los cuatro textos, introduciendo en él algunas de las partes logradas </a:t>
            </a:r>
            <a:endParaRPr lang="de-DE" dirty="0"/>
          </a:p>
          <a:p>
            <a:pPr marL="0" indent="0">
              <a:buNone/>
            </a:pPr>
            <a:r>
              <a:rPr lang="es-MX" dirty="0"/>
              <a:t>                             o</a:t>
            </a:r>
            <a:endParaRPr lang="de-DE" dirty="0"/>
          </a:p>
          <a:p>
            <a:pPr marL="0" lvl="0" indent="0">
              <a:buNone/>
            </a:pPr>
            <a:r>
              <a:rPr lang="es-MX" dirty="0"/>
              <a:t>…redactar un texto nuevo, basándose en las partes logradas.</a:t>
            </a:r>
            <a:endParaRPr lang="de-DE" dirty="0"/>
          </a:p>
          <a:p>
            <a:r>
              <a:rPr lang="es-MX" b="1" dirty="0"/>
              <a:t>Cuarto paso</a:t>
            </a:r>
            <a:r>
              <a:rPr lang="es-MX" dirty="0"/>
              <a:t>: Revisen el texto en cuanto a la lengua (gramática, vocabulario, sintaxis).</a:t>
            </a:r>
            <a:endParaRPr lang="de-DE" dirty="0"/>
          </a:p>
          <a:p>
            <a:r>
              <a:rPr lang="es-MX" b="1" dirty="0"/>
              <a:t>Quinto paso</a:t>
            </a:r>
            <a:r>
              <a:rPr lang="es-MX" dirty="0"/>
              <a:t>: Presenten el texto.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4EBBC230-6F10-4772-AE82-BDCFDC31DD32}"/>
              </a:ext>
            </a:extLst>
          </p:cNvPr>
          <p:cNvSpPr/>
          <p:nvPr/>
        </p:nvSpPr>
        <p:spPr>
          <a:xfrm>
            <a:off x="5699464" y="6010059"/>
            <a:ext cx="1287262" cy="6036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8AD76C3-69DB-41C9-B868-6653163D261D}"/>
              </a:ext>
            </a:extLst>
          </p:cNvPr>
          <p:cNvSpPr/>
          <p:nvPr/>
        </p:nvSpPr>
        <p:spPr>
          <a:xfrm>
            <a:off x="7306322" y="5601810"/>
            <a:ext cx="4243527" cy="110083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El </a:t>
            </a:r>
            <a:r>
              <a:rPr lang="de-DE" dirty="0" err="1"/>
              <a:t>perfecto</a:t>
            </a:r>
            <a:r>
              <a:rPr lang="de-DE" dirty="0"/>
              <a:t> </a:t>
            </a:r>
            <a:r>
              <a:rPr lang="de-DE" dirty="0" err="1"/>
              <a:t>folleto</a:t>
            </a:r>
            <a:r>
              <a:rPr lang="de-DE" dirty="0"/>
              <a:t> </a:t>
            </a:r>
            <a:r>
              <a:rPr lang="de-DE" dirty="0" err="1"/>
              <a:t>turístico</a:t>
            </a:r>
            <a:r>
              <a:rPr lang="de-DE" dirty="0"/>
              <a:t> </a:t>
            </a:r>
            <a:r>
              <a:rPr lang="de-DE" dirty="0" err="1"/>
              <a:t>sobre</a:t>
            </a:r>
            <a:r>
              <a:rPr lang="de-DE" dirty="0"/>
              <a:t> </a:t>
            </a:r>
            <a:r>
              <a:rPr lang="de-DE" dirty="0" err="1"/>
              <a:t>Andalucía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84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A2BD7-AA05-44EB-A745-C1EDDA0F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 </a:t>
            </a:r>
            <a:r>
              <a:rPr lang="de-DE" dirty="0" err="1"/>
              <a:t>redacción</a:t>
            </a:r>
            <a:r>
              <a:rPr lang="de-DE" dirty="0"/>
              <a:t> </a:t>
            </a:r>
            <a:r>
              <a:rPr lang="de-DE" dirty="0" err="1"/>
              <a:t>cooperativa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14DC63A-5008-4387-AA37-1D64443FB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754" t="39482" r="29210" b="16093"/>
          <a:stretch/>
        </p:blipFill>
        <p:spPr>
          <a:xfrm>
            <a:off x="3171217" y="1789889"/>
            <a:ext cx="4980562" cy="460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85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C628F-898A-4819-A5A7-38915500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Tarea</a:t>
            </a:r>
            <a:r>
              <a:rPr lang="de-DE" dirty="0"/>
              <a:t> extra: </a:t>
            </a:r>
            <a:r>
              <a:rPr lang="de-DE" dirty="0" err="1"/>
              <a:t>Mapa</a:t>
            </a:r>
            <a:r>
              <a:rPr lang="de-DE" dirty="0"/>
              <a:t> </a:t>
            </a:r>
            <a:r>
              <a:rPr lang="de-DE" dirty="0" err="1"/>
              <a:t>mudo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197A7EA-B80A-4570-AACA-E668260C0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278205"/>
              </p:ext>
            </p:extLst>
          </p:nvPr>
        </p:nvGraphicFramePr>
        <p:xfrm>
          <a:off x="838200" y="1558212"/>
          <a:ext cx="10515600" cy="2529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060280709"/>
                    </a:ext>
                  </a:extLst>
                </a:gridCol>
              </a:tblGrid>
              <a:tr h="252941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00605" algn="l"/>
                        </a:tabLst>
                      </a:pPr>
                      <a:r>
                        <a:rPr lang="es-ES" sz="2000" u="sng" dirty="0">
                          <a:effectLst/>
                        </a:rPr>
                        <a:t>Marca</a:t>
                      </a:r>
                      <a:r>
                        <a:rPr lang="es-ES" sz="2000" dirty="0">
                          <a:effectLst/>
                        </a:rPr>
                        <a:t> los lugares mencionados </a:t>
                      </a:r>
                      <a:r>
                        <a:rPr lang="es-ES" sz="2000" u="sng" dirty="0">
                          <a:effectLst/>
                        </a:rPr>
                        <a:t>en el mapa.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300605" algn="l"/>
                        </a:tabLst>
                      </a:pPr>
                      <a:r>
                        <a:rPr lang="es-ES" sz="2000" u="sng" dirty="0">
                          <a:effectLst/>
                        </a:rPr>
                        <a:t>Ponle</a:t>
                      </a:r>
                      <a:r>
                        <a:rPr lang="es-ES" sz="2000" dirty="0">
                          <a:effectLst/>
                        </a:rPr>
                        <a:t> símbolos qué se puede hacer ahí.(por ejemplo:                 )</a:t>
                      </a:r>
                      <a:endParaRPr lang="es-E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35" marR="89535" marT="0" marB="0"/>
                </a:tc>
                <a:extLst>
                  <a:ext uri="{0D108BD9-81ED-4DB2-BD59-A6C34878D82A}">
                    <a16:rowId xmlns:a16="http://schemas.microsoft.com/office/drawing/2014/main" val="521521648"/>
                  </a:ext>
                </a:extLst>
              </a:tr>
            </a:tbl>
          </a:graphicData>
        </a:graphic>
      </p:graphicFrame>
      <p:pic>
        <p:nvPicPr>
          <p:cNvPr id="6" name="Gráfico 5" descr="Esquí de fondo">
            <a:extLst>
              <a:ext uri="{FF2B5EF4-FFF2-40B4-BE49-F238E27FC236}">
                <a16:creationId xmlns:a16="http://schemas.microsoft.com/office/drawing/2014/main" id="{2B2F6755-6590-4C6F-AAEC-0AFF60893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3702" y="1980852"/>
            <a:ext cx="367017" cy="367017"/>
          </a:xfrm>
          <a:prstGeom prst="rect">
            <a:avLst/>
          </a:prstGeom>
        </p:spPr>
      </p:pic>
      <p:pic>
        <p:nvPicPr>
          <p:cNvPr id="8" name="Gráfico 7" descr="Natación">
            <a:extLst>
              <a:ext uri="{FF2B5EF4-FFF2-40B4-BE49-F238E27FC236}">
                <a16:creationId xmlns:a16="http://schemas.microsoft.com/office/drawing/2014/main" id="{21A5DDC4-EA7D-4D7D-806A-CCB33F96F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7149" y="1939955"/>
            <a:ext cx="457200" cy="457200"/>
          </a:xfrm>
          <a:prstGeom prst="rect">
            <a:avLst/>
          </a:prstGeom>
        </p:spPr>
      </p:pic>
      <p:pic>
        <p:nvPicPr>
          <p:cNvPr id="10" name="Gráfico 9" descr="Mapa con marcador">
            <a:extLst>
              <a:ext uri="{FF2B5EF4-FFF2-40B4-BE49-F238E27FC236}">
                <a16:creationId xmlns:a16="http://schemas.microsoft.com/office/drawing/2014/main" id="{7D6BF88F-2FBC-4D85-972A-42907F3561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38730">
            <a:off x="8032344" y="924304"/>
            <a:ext cx="1532767" cy="153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62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E1271F8D-89E0-4084-B528-0F635F4A2303}"/>
</file>

<file path=customXml/itemProps2.xml><?xml version="1.0" encoding="utf-8"?>
<ds:datastoreItem xmlns:ds="http://schemas.openxmlformats.org/officeDocument/2006/customXml" ds:itemID="{A115D847-C084-42B3-9CBB-028720E02439}"/>
</file>

<file path=customXml/itemProps3.xml><?xml version="1.0" encoding="utf-8"?>
<ds:datastoreItem xmlns:ds="http://schemas.openxmlformats.org/officeDocument/2006/customXml" ds:itemID="{E67D360B-87E0-42EE-A8F6-6CE2A462AC8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Breitbild</PresentationFormat>
  <Paragraphs>113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Tema de Office</vt:lpstr>
      <vt:lpstr>¿Qué sabes sobre el turismo en España?</vt:lpstr>
      <vt:lpstr>¿Qué tipo de turismo te gusta a ti?</vt:lpstr>
      <vt:lpstr>Plan de hoy </vt:lpstr>
      <vt:lpstr>Andalucía </vt:lpstr>
      <vt:lpstr>Tipos del turismo en Andalucía</vt:lpstr>
      <vt:lpstr>Tres tipos de turismo en Andalucía</vt:lpstr>
      <vt:lpstr>Tres tipos de turismo en Andalucía</vt:lpstr>
      <vt:lpstr>Escribir un texto para una revista turística</vt:lpstr>
      <vt:lpstr>La redacción cooperativa</vt:lpstr>
      <vt:lpstr>La redacción cooperativa</vt:lpstr>
      <vt:lpstr>Tarea extra: Mapa mudo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Tres tipos de turismo en Andalucía</dc:title>
  <dc:creator>Amke Odens</dc:creator>
  <cp:lastModifiedBy>Amke Odens</cp:lastModifiedBy>
  <cp:revision>8</cp:revision>
  <dcterms:created xsi:type="dcterms:W3CDTF">2018-08-26T07:31:44Z</dcterms:created>
  <dcterms:modified xsi:type="dcterms:W3CDTF">2023-02-15T10:10:47Z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