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2" r:id="rId3"/>
    <p:sldId id="265" r:id="rId4"/>
    <p:sldId id="26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FF168D-18C9-46B6-917A-B706A12CBDC3}" v="2" dt="2021-08-27T06:49:42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ke Odens" userId="9bfea4f9b5172781" providerId="LiveId" clId="{2BC0267B-F5C6-4A03-8C42-FB717D51C4DA}"/>
    <pc:docChg chg="delSld modSld">
      <pc:chgData name="Amke Odens" userId="9bfea4f9b5172781" providerId="LiveId" clId="{2BC0267B-F5C6-4A03-8C42-FB717D51C4DA}" dt="2018-09-06T16:55:35.804" v="1" actId="790"/>
      <pc:docMkLst>
        <pc:docMk/>
      </pc:docMkLst>
      <pc:sldChg chg="modSp">
        <pc:chgData name="Amke Odens" userId="9bfea4f9b5172781" providerId="LiveId" clId="{2BC0267B-F5C6-4A03-8C42-FB717D51C4DA}" dt="2018-09-06T16:55:35.804" v="1" actId="790"/>
        <pc:sldMkLst>
          <pc:docMk/>
          <pc:sldMk cId="3125182580" sldId="260"/>
        </pc:sldMkLst>
        <pc:spChg chg="mod">
          <ac:chgData name="Amke Odens" userId="9bfea4f9b5172781" providerId="LiveId" clId="{2BC0267B-F5C6-4A03-8C42-FB717D51C4DA}" dt="2018-09-06T16:55:35.804" v="1" actId="790"/>
          <ac:spMkLst>
            <pc:docMk/>
            <pc:sldMk cId="3125182580" sldId="260"/>
            <ac:spMk id="3" creationId="{1DC3334B-EE09-4EE5-A0C1-ED7ADEDF6C0B}"/>
          </ac:spMkLst>
        </pc:spChg>
      </pc:sldChg>
    </pc:docChg>
  </pc:docChgLst>
  <pc:docChgLst>
    <pc:chgData name="Amke Odens" userId="9bfea4f9b5172781" providerId="LiveId" clId="{786474B8-21A0-43BE-AC43-65E41236549F}"/>
    <pc:docChg chg="custSel modSld">
      <pc:chgData name="Amke Odens" userId="9bfea4f9b5172781" providerId="LiveId" clId="{786474B8-21A0-43BE-AC43-65E41236549F}" dt="2019-09-10T16:54:58.355" v="0" actId="313"/>
      <pc:docMkLst>
        <pc:docMk/>
      </pc:docMkLst>
      <pc:sldChg chg="modSp">
        <pc:chgData name="Amke Odens" userId="9bfea4f9b5172781" providerId="LiveId" clId="{786474B8-21A0-43BE-AC43-65E41236549F}" dt="2019-09-10T16:54:58.355" v="0" actId="313"/>
        <pc:sldMkLst>
          <pc:docMk/>
          <pc:sldMk cId="3125182580" sldId="260"/>
        </pc:sldMkLst>
        <pc:spChg chg="mod">
          <ac:chgData name="Amke Odens" userId="9bfea4f9b5172781" providerId="LiveId" clId="{786474B8-21A0-43BE-AC43-65E41236549F}" dt="2019-09-10T16:54:58.355" v="0" actId="313"/>
          <ac:spMkLst>
            <pc:docMk/>
            <pc:sldMk cId="3125182580" sldId="260"/>
            <ac:spMk id="3" creationId="{1DC3334B-EE09-4EE5-A0C1-ED7ADEDF6C0B}"/>
          </ac:spMkLst>
        </pc:spChg>
      </pc:sldChg>
    </pc:docChg>
  </pc:docChgLst>
  <pc:docChgLst>
    <pc:chgData name="Amke Odens" userId="9bfea4f9b5172781" providerId="LiveId" clId="{CAFF168D-18C9-46B6-917A-B706A12CBDC3}"/>
    <pc:docChg chg="custSel addSld delSld modSld">
      <pc:chgData name="Amke Odens" userId="9bfea4f9b5172781" providerId="LiveId" clId="{CAFF168D-18C9-46B6-917A-B706A12CBDC3}" dt="2021-08-27T06:49:42.220" v="438"/>
      <pc:docMkLst>
        <pc:docMk/>
      </pc:docMkLst>
      <pc:sldChg chg="del">
        <pc:chgData name="Amke Odens" userId="9bfea4f9b5172781" providerId="LiveId" clId="{CAFF168D-18C9-46B6-917A-B706A12CBDC3}" dt="2021-08-27T05:22:34.596" v="99" actId="2696"/>
        <pc:sldMkLst>
          <pc:docMk/>
          <pc:sldMk cId="3465693251" sldId="257"/>
        </pc:sldMkLst>
      </pc:sldChg>
      <pc:sldChg chg="del">
        <pc:chgData name="Amke Odens" userId="9bfea4f9b5172781" providerId="LiveId" clId="{CAFF168D-18C9-46B6-917A-B706A12CBDC3}" dt="2021-08-27T05:22:37.047" v="100" actId="2696"/>
        <pc:sldMkLst>
          <pc:docMk/>
          <pc:sldMk cId="3818471423" sldId="258"/>
        </pc:sldMkLst>
      </pc:sldChg>
      <pc:sldChg chg="modSp del mod">
        <pc:chgData name="Amke Odens" userId="9bfea4f9b5172781" providerId="LiveId" clId="{CAFF168D-18C9-46B6-917A-B706A12CBDC3}" dt="2021-08-27T05:29:30.431" v="290" actId="2696"/>
        <pc:sldMkLst>
          <pc:docMk/>
          <pc:sldMk cId="3125182580" sldId="260"/>
        </pc:sldMkLst>
        <pc:spChg chg="mod">
          <ac:chgData name="Amke Odens" userId="9bfea4f9b5172781" providerId="LiveId" clId="{CAFF168D-18C9-46B6-917A-B706A12CBDC3}" dt="2021-08-27T05:27:00.216" v="207" actId="113"/>
          <ac:spMkLst>
            <pc:docMk/>
            <pc:sldMk cId="3125182580" sldId="260"/>
            <ac:spMk id="2" creationId="{E3DA281A-C87B-47F2-BCFD-7B89E7E14420}"/>
          </ac:spMkLst>
        </pc:spChg>
        <pc:spChg chg="mod">
          <ac:chgData name="Amke Odens" userId="9bfea4f9b5172781" providerId="LiveId" clId="{CAFF168D-18C9-46B6-917A-B706A12CBDC3}" dt="2021-08-27T05:26:51.877" v="204" actId="5793"/>
          <ac:spMkLst>
            <pc:docMk/>
            <pc:sldMk cId="3125182580" sldId="260"/>
            <ac:spMk id="3" creationId="{1DC3334B-EE09-4EE5-A0C1-ED7ADEDF6C0B}"/>
          </ac:spMkLst>
        </pc:spChg>
      </pc:sldChg>
      <pc:sldChg chg="addSp delSp modSp mod">
        <pc:chgData name="Amke Odens" userId="9bfea4f9b5172781" providerId="LiveId" clId="{CAFF168D-18C9-46B6-917A-B706A12CBDC3}" dt="2021-08-27T05:29:42.090" v="291" actId="732"/>
        <pc:sldMkLst>
          <pc:docMk/>
          <pc:sldMk cId="709321248" sldId="262"/>
        </pc:sldMkLst>
        <pc:spChg chg="mod">
          <ac:chgData name="Amke Odens" userId="9bfea4f9b5172781" providerId="LiveId" clId="{CAFF168D-18C9-46B6-917A-B706A12CBDC3}" dt="2021-08-27T05:27:31.148" v="269" actId="113"/>
          <ac:spMkLst>
            <pc:docMk/>
            <pc:sldMk cId="709321248" sldId="262"/>
            <ac:spMk id="2" creationId="{475678F4-91AA-4FD7-8B8D-6698A54BE003}"/>
          </ac:spMkLst>
        </pc:spChg>
        <pc:spChg chg="del mod">
          <ac:chgData name="Amke Odens" userId="9bfea4f9b5172781" providerId="LiveId" clId="{CAFF168D-18C9-46B6-917A-B706A12CBDC3}" dt="2021-08-27T05:27:58.873" v="271" actId="931"/>
          <ac:spMkLst>
            <pc:docMk/>
            <pc:sldMk cId="709321248" sldId="262"/>
            <ac:spMk id="3" creationId="{6E7C1C75-B102-4670-8B0D-D84583D9FF3C}"/>
          </ac:spMkLst>
        </pc:spChg>
        <pc:picChg chg="add mod ord modCrop">
          <ac:chgData name="Amke Odens" userId="9bfea4f9b5172781" providerId="LiveId" clId="{CAFF168D-18C9-46B6-917A-B706A12CBDC3}" dt="2021-08-27T05:29:42.090" v="291" actId="732"/>
          <ac:picMkLst>
            <pc:docMk/>
            <pc:sldMk cId="709321248" sldId="262"/>
            <ac:picMk id="5" creationId="{19E558D3-24F7-4DEB-BDF2-E31217AC90C6}"/>
          </ac:picMkLst>
        </pc:picChg>
      </pc:sldChg>
      <pc:sldChg chg="new del">
        <pc:chgData name="Amke Odens" userId="9bfea4f9b5172781" providerId="LiveId" clId="{CAFF168D-18C9-46B6-917A-B706A12CBDC3}" dt="2021-08-27T05:22:44.625" v="103" actId="2696"/>
        <pc:sldMkLst>
          <pc:docMk/>
          <pc:sldMk cId="2144341153" sldId="263"/>
        </pc:sldMkLst>
      </pc:sldChg>
      <pc:sldChg chg="modSp new mod">
        <pc:chgData name="Amke Odens" userId="9bfea4f9b5172781" providerId="LiveId" clId="{CAFF168D-18C9-46B6-917A-B706A12CBDC3}" dt="2021-08-27T05:48:28.683" v="335" actId="20577"/>
        <pc:sldMkLst>
          <pc:docMk/>
          <pc:sldMk cId="1739644442" sldId="264"/>
        </pc:sldMkLst>
        <pc:spChg chg="mod">
          <ac:chgData name="Amke Odens" userId="9bfea4f9b5172781" providerId="LiveId" clId="{CAFF168D-18C9-46B6-917A-B706A12CBDC3}" dt="2021-08-27T05:27:07.115" v="208" actId="113"/>
          <ac:spMkLst>
            <pc:docMk/>
            <pc:sldMk cId="1739644442" sldId="264"/>
            <ac:spMk id="2" creationId="{D1C296C3-7857-427C-93BE-23933763F5AD}"/>
          </ac:spMkLst>
        </pc:spChg>
        <pc:spChg chg="mod">
          <ac:chgData name="Amke Odens" userId="9bfea4f9b5172781" providerId="LiveId" clId="{CAFF168D-18C9-46B6-917A-B706A12CBDC3}" dt="2021-08-27T05:48:28.683" v="335" actId="20577"/>
          <ac:spMkLst>
            <pc:docMk/>
            <pc:sldMk cId="1739644442" sldId="264"/>
            <ac:spMk id="3" creationId="{EE88E3CF-84F2-44EF-9F3A-C8B7CDEFE9B8}"/>
          </ac:spMkLst>
        </pc:spChg>
      </pc:sldChg>
      <pc:sldChg chg="add">
        <pc:chgData name="Amke Odens" userId="9bfea4f9b5172781" providerId="LiveId" clId="{CAFF168D-18C9-46B6-917A-B706A12CBDC3}" dt="2021-08-27T05:29:10.893" v="284" actId="2890"/>
        <pc:sldMkLst>
          <pc:docMk/>
          <pc:sldMk cId="3137167060" sldId="265"/>
        </pc:sldMkLst>
      </pc:sldChg>
      <pc:sldChg chg="addSp delSp modSp new mod">
        <pc:chgData name="Amke Odens" userId="9bfea4f9b5172781" providerId="LiveId" clId="{CAFF168D-18C9-46B6-917A-B706A12CBDC3}" dt="2021-08-27T06:49:42.220" v="438"/>
        <pc:sldMkLst>
          <pc:docMk/>
          <pc:sldMk cId="1256949135" sldId="266"/>
        </pc:sldMkLst>
        <pc:spChg chg="mod">
          <ac:chgData name="Amke Odens" userId="9bfea4f9b5172781" providerId="LiveId" clId="{CAFF168D-18C9-46B6-917A-B706A12CBDC3}" dt="2021-08-27T05:49:52.177" v="387" actId="122"/>
          <ac:spMkLst>
            <pc:docMk/>
            <pc:sldMk cId="1256949135" sldId="266"/>
            <ac:spMk id="2" creationId="{9FAD382F-9979-4849-BE19-B24C54F49CE2}"/>
          </ac:spMkLst>
        </pc:spChg>
        <pc:spChg chg="del mod">
          <ac:chgData name="Amke Odens" userId="9bfea4f9b5172781" providerId="LiveId" clId="{CAFF168D-18C9-46B6-917A-B706A12CBDC3}" dt="2021-08-27T05:49:28.208" v="337" actId="3680"/>
          <ac:spMkLst>
            <pc:docMk/>
            <pc:sldMk cId="1256949135" sldId="266"/>
            <ac:spMk id="3" creationId="{C7AC7A53-B206-40B3-8900-68807C03DA8A}"/>
          </ac:spMkLst>
        </pc:spChg>
        <pc:graphicFrameChg chg="add mod ord modGraphic">
          <ac:chgData name="Amke Odens" userId="9bfea4f9b5172781" providerId="LiveId" clId="{CAFF168D-18C9-46B6-917A-B706A12CBDC3}" dt="2021-08-27T06:49:42.220" v="438"/>
          <ac:graphicFrameMkLst>
            <pc:docMk/>
            <pc:sldMk cId="1256949135" sldId="266"/>
            <ac:graphicFrameMk id="4" creationId="{B364631F-DD79-4FB9-9B8F-2DEE746383A7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96B90-4F9E-4132-AF15-8BFD24052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D2BEB2-0217-4358-80C2-79E427AEF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444801-A62E-45C4-9C29-F84C95E3B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BBBF84-8B8B-4D2A-ACD9-C8B1F090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34B9D-E73C-4416-B4D0-8D41E32A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02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3DD38C-C43A-49B8-8DC7-7020EF01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3BB707-F7BD-4FA9-A103-501F4B0ED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5360C0-C41A-4531-928A-E3E821A20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F0E2C6-180F-4C7E-8DB7-D71A84A3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F3179E-57B0-4D44-AE4A-883A8CDF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640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75737B-B753-4F88-8AC3-9D6CD608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C18A1B-956F-4617-83AC-4776FF74B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6E3E26-2ACA-422B-A80D-2C0B429C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B52CAF-4385-4ED9-8A1E-3D36F6B6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113AE8-C32A-4948-84E4-311F4DA5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31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C64766-1FB0-4AD7-9378-68A1B67B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3FB6D9-0169-41AA-979C-B34094FE6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4D0961-2065-4FCC-AD6D-DDD956923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791BCF-F759-4C22-B75D-6E85693BF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931000-089D-4DB6-B0A7-3ACE2C69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AF5DD0-688F-47A7-A858-2DD97298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997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C843F9-9C3A-40BC-802C-4D61C49A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6295E2-34F3-465C-8EBF-77B59EE97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6CF8D5-872E-40C7-BE49-5511BC794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03B6670-F4AA-4780-83EB-B7163DF7E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C90E99-D9B6-4E75-9B45-8A5D959F4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0A69310-5D90-465E-B23F-582C7545D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5F8AFE-534B-4687-88FC-FF42E63E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B0FC50F-6B46-43AE-BABB-E9EBC824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97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DB03B0-3A00-4471-BE3B-D5117BFB1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E4F54D-C1AF-4BCC-B16C-52EC05EA0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939429-CEC2-4D95-AAC0-0A8260BF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C2F11A-F12D-4F8A-AA45-12334FFF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700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3763A33-861F-43A1-9BBF-43161684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6D00E59-EADA-462D-9A42-6604A065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7DD014-C539-4E06-9E1C-082C6B5C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450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1C5BC-19B2-4A51-B8C2-E1660CB48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168319-E441-47BC-AA9E-CD7207AD2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31C8D2-DE39-41D4-9B99-0AA9C8163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6BA9DD-F102-4EDC-8CCE-A5A14C325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86782EF-5763-4AB9-BA2C-7DA1511D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D7B957-6FE8-4904-B423-04E5D2A4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88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31C21E-5D61-4E2E-B7CE-B4FECD57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6851F3-EE69-4916-AC6B-0100843D4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1EDB97-3143-4558-A997-6D8C7E177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128BC4-A20E-4955-B6B3-1D651631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5DFD7A-F2DD-4BF1-ACBF-FAC5F767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9DA07E-F218-4DC8-8B41-553FF2F7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190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69AF61-0E37-4545-8293-3873CC49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3307E5B-E2EC-47AD-8F69-6F6F04C10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0C4107-9C84-4933-B817-6DD3AF84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A1B96-9FFA-4839-B093-D651876E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882CB6-1C4A-4C4B-A75D-4033E4D7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42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EBFCDEC-111B-478D-B8A1-616F33E62D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97AB16-8C1E-4C37-A26F-1A570ABFF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AFD659-5C17-4B9F-83E5-7B6F17C9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D5245F-04EE-48CD-A79C-163D5AB4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4E18F9-666E-4E9B-A7EF-265F21117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60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60874B-7ED4-4F40-9C10-92D4F848E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1955FF-96F3-42F9-A6BA-90E4806A0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D44E01-14B0-43B7-B05B-3AE2F51EB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F7878-21CE-4444-8863-B0F8343CCFD9}" type="datetimeFigureOut">
              <a:rPr lang="de-DE" smtClean="0"/>
              <a:t>27.08.2021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8249B1-104D-4A20-AE0C-8E2DA5E42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87634A-20C0-4F9C-AF07-B46AAC53E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D2269-8703-4136-BE6B-CBB488863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738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C296C3-7857-427C-93BE-23933763F5A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de-DE" b="1" dirty="0"/>
              <a:t>Plan de </a:t>
            </a:r>
            <a:r>
              <a:rPr lang="de-DE" b="1" dirty="0" err="1"/>
              <a:t>hoy</a:t>
            </a: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88E3CF-84F2-44EF-9F3A-C8B7CDEFE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DE" dirty="0" err="1"/>
              <a:t>Calentamiento</a:t>
            </a:r>
            <a:r>
              <a:rPr lang="de-DE" dirty="0"/>
              <a:t> - </a:t>
            </a:r>
            <a:r>
              <a:rPr lang="de-DE" dirty="0" err="1"/>
              <a:t>Describir</a:t>
            </a:r>
            <a:r>
              <a:rPr lang="de-DE" dirty="0"/>
              <a:t> </a:t>
            </a:r>
            <a:r>
              <a:rPr lang="de-DE" dirty="0" err="1"/>
              <a:t>fotos</a:t>
            </a:r>
            <a:r>
              <a:rPr lang="de-DE" dirty="0"/>
              <a:t> – </a:t>
            </a:r>
            <a:r>
              <a:rPr lang="de-DE" dirty="0" err="1"/>
              <a:t>antes</a:t>
            </a:r>
            <a:r>
              <a:rPr lang="de-DE" dirty="0"/>
              <a:t> y </a:t>
            </a:r>
            <a:r>
              <a:rPr lang="de-DE" dirty="0" err="1"/>
              <a:t>hoy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/>
              <a:t>El </a:t>
            </a:r>
            <a:r>
              <a:rPr lang="de-DE" dirty="0" err="1"/>
              <a:t>futuro</a:t>
            </a:r>
            <a:r>
              <a:rPr lang="de-DE" dirty="0"/>
              <a:t> del </a:t>
            </a:r>
            <a:r>
              <a:rPr lang="de-DE" dirty="0" err="1"/>
              <a:t>turismo</a:t>
            </a:r>
            <a:r>
              <a:rPr lang="de-DE" dirty="0"/>
              <a:t> </a:t>
            </a:r>
            <a:r>
              <a:rPr lang="de-DE" dirty="0" err="1"/>
              <a:t>andaluz</a:t>
            </a:r>
            <a:r>
              <a:rPr lang="de-DE" dirty="0"/>
              <a:t> – </a:t>
            </a:r>
            <a:r>
              <a:rPr lang="de-DE" dirty="0" err="1"/>
              <a:t>una</a:t>
            </a:r>
            <a:r>
              <a:rPr lang="de-DE" dirty="0"/>
              <a:t> </a:t>
            </a:r>
            <a:r>
              <a:rPr lang="de-DE" dirty="0" err="1"/>
              <a:t>comparación</a:t>
            </a: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9644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678F4-91AA-4FD7-8B8D-6698A54BE00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de-DE" b="1" dirty="0" err="1"/>
              <a:t>Describir</a:t>
            </a:r>
            <a:r>
              <a:rPr lang="de-DE" b="1" dirty="0"/>
              <a:t> </a:t>
            </a:r>
            <a:r>
              <a:rPr lang="de-DE" b="1" dirty="0" err="1"/>
              <a:t>fotos</a:t>
            </a:r>
            <a:r>
              <a:rPr lang="de-DE" b="1" dirty="0"/>
              <a:t> – </a:t>
            </a:r>
            <a:r>
              <a:rPr lang="de-DE" b="1" dirty="0" err="1"/>
              <a:t>antes</a:t>
            </a:r>
            <a:r>
              <a:rPr lang="de-DE" b="1" dirty="0"/>
              <a:t> y </a:t>
            </a:r>
            <a:r>
              <a:rPr lang="de-DE" b="1" dirty="0" err="1"/>
              <a:t>hoy</a:t>
            </a:r>
            <a:endParaRPr lang="de-DE" b="1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9E558D3-24F7-4DEB-BDF2-E31217AC9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" t="59720" r="14123" b="20383"/>
          <a:stretch/>
        </p:blipFill>
        <p:spPr>
          <a:xfrm>
            <a:off x="1063750" y="2209801"/>
            <a:ext cx="10064500" cy="3371850"/>
          </a:xfrm>
        </p:spPr>
      </p:pic>
    </p:spTree>
    <p:extLst>
      <p:ext uri="{BB962C8B-B14F-4D97-AF65-F5344CB8AC3E}">
        <p14:creationId xmlns:p14="http://schemas.microsoft.com/office/powerpoint/2010/main" val="70932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678F4-91AA-4FD7-8B8D-6698A54BE00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de-DE" b="1" dirty="0" err="1"/>
              <a:t>Describir</a:t>
            </a:r>
            <a:r>
              <a:rPr lang="de-DE" b="1" dirty="0"/>
              <a:t> </a:t>
            </a:r>
            <a:r>
              <a:rPr lang="de-DE" b="1" dirty="0" err="1"/>
              <a:t>fotos</a:t>
            </a:r>
            <a:r>
              <a:rPr lang="de-DE" b="1" dirty="0"/>
              <a:t> – </a:t>
            </a:r>
            <a:r>
              <a:rPr lang="de-DE" b="1" dirty="0" err="1"/>
              <a:t>antes</a:t>
            </a:r>
            <a:r>
              <a:rPr lang="de-DE" b="1" dirty="0"/>
              <a:t> y </a:t>
            </a:r>
            <a:r>
              <a:rPr lang="de-DE" b="1" dirty="0" err="1"/>
              <a:t>hoy</a:t>
            </a:r>
            <a:endParaRPr lang="de-DE" b="1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9E558D3-24F7-4DEB-BDF2-E31217AC9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" t="59720" r="14123" b="16928"/>
          <a:stretch/>
        </p:blipFill>
        <p:spPr>
          <a:xfrm>
            <a:off x="1063750" y="2209800"/>
            <a:ext cx="10064500" cy="3957371"/>
          </a:xfrm>
        </p:spPr>
      </p:pic>
    </p:spTree>
    <p:extLst>
      <p:ext uri="{BB962C8B-B14F-4D97-AF65-F5344CB8AC3E}">
        <p14:creationId xmlns:p14="http://schemas.microsoft.com/office/powerpoint/2010/main" val="3137167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D382F-9979-4849-BE19-B24C54F49CE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de-DE" b="1" dirty="0" err="1"/>
              <a:t>Comparar</a:t>
            </a:r>
            <a:r>
              <a:rPr lang="de-DE" b="1" dirty="0"/>
              <a:t> </a:t>
            </a:r>
            <a:r>
              <a:rPr lang="de-DE" b="1" dirty="0" err="1"/>
              <a:t>el</a:t>
            </a:r>
            <a:r>
              <a:rPr lang="de-DE" b="1" dirty="0"/>
              <a:t> </a:t>
            </a:r>
            <a:r>
              <a:rPr lang="de-DE" b="1" dirty="0" err="1"/>
              <a:t>turismo</a:t>
            </a:r>
            <a:r>
              <a:rPr lang="de-DE" b="1" dirty="0"/>
              <a:t> </a:t>
            </a:r>
            <a:r>
              <a:rPr lang="de-DE" b="1" dirty="0" err="1"/>
              <a:t>antes</a:t>
            </a:r>
            <a:r>
              <a:rPr lang="de-DE" b="1" dirty="0"/>
              <a:t> y </a:t>
            </a:r>
            <a:r>
              <a:rPr lang="de-DE" b="1" dirty="0" err="1"/>
              <a:t>hoy</a:t>
            </a:r>
            <a:endParaRPr lang="de-DE" b="1" dirty="0"/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B364631F-DD79-4FB9-9B8F-2DEE746383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119469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519448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57411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El </a:t>
                      </a:r>
                      <a:r>
                        <a:rPr lang="de-DE" dirty="0" err="1"/>
                        <a:t>turismo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tradicional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El </a:t>
                      </a:r>
                      <a:r>
                        <a:rPr lang="de-DE" dirty="0" err="1"/>
                        <a:t>turismo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sostenible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639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hoteles grandes por toda la costa, cerca de las playas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respetar el paisaje</a:t>
                      </a:r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87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809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00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876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475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240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785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949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67CE50A685B36439E3EE65CE348225A" ma:contentTypeVersion="12" ma:contentTypeDescription="Ein neues Dokument erstellen." ma:contentTypeScope="" ma:versionID="4cb63d7ce70cc11c6042440fbbcab751">
  <xsd:schema xmlns:xsd="http://www.w3.org/2001/XMLSchema" xmlns:xs="http://www.w3.org/2001/XMLSchema" xmlns:p="http://schemas.microsoft.com/office/2006/metadata/properties" xmlns:ns2="aaef970e-618f-4fc9-806f-9890173d7060" xmlns:ns3="c91cd714-f12f-4168-9c39-1f8ba0184c45" targetNamespace="http://schemas.microsoft.com/office/2006/metadata/properties" ma:root="true" ma:fieldsID="b69e312794ca5be589878ad9861a916b" ns2:_="" ns3:_="">
    <xsd:import namespace="aaef970e-618f-4fc9-806f-9890173d7060"/>
    <xsd:import namespace="c91cd714-f12f-4168-9c39-1f8ba0184c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f970e-618f-4fc9-806f-9890173d70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e87b9810-5a0e-496c-ad2b-fc4640a051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1cd714-f12f-4168-9c39-1f8ba0184c4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c723458-385a-4678-99d2-68db79b8fb4f}" ma:internalName="TaxCatchAll" ma:showField="CatchAllData" ma:web="c91cd714-f12f-4168-9c39-1f8ba0184c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ef970e-618f-4fc9-806f-9890173d7060">
      <Terms xmlns="http://schemas.microsoft.com/office/infopath/2007/PartnerControls"/>
    </lcf76f155ced4ddcb4097134ff3c332f>
    <TaxCatchAll xmlns="c91cd714-f12f-4168-9c39-1f8ba0184c45" xsi:nil="true"/>
  </documentManagement>
</p:properties>
</file>

<file path=customXml/itemProps1.xml><?xml version="1.0" encoding="utf-8"?>
<ds:datastoreItem xmlns:ds="http://schemas.openxmlformats.org/officeDocument/2006/customXml" ds:itemID="{3AC68F06-08E8-4B3F-AF90-A54A474C8525}"/>
</file>

<file path=customXml/itemProps2.xml><?xml version="1.0" encoding="utf-8"?>
<ds:datastoreItem xmlns:ds="http://schemas.openxmlformats.org/officeDocument/2006/customXml" ds:itemID="{9C0F0CCE-631C-47F1-97E6-5AB10847FBF5}"/>
</file>

<file path=customXml/itemProps3.xml><?xml version="1.0" encoding="utf-8"?>
<ds:datastoreItem xmlns:ds="http://schemas.openxmlformats.org/officeDocument/2006/customXml" ds:itemID="{04EAE30D-3233-4462-8C59-98ECC1C3294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Breitbild</PresentationFormat>
  <Paragraphs>10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Plan de hoy</vt:lpstr>
      <vt:lpstr>Describir fotos – antes y hoy</vt:lpstr>
      <vt:lpstr>Describir fotos – antes y hoy</vt:lpstr>
      <vt:lpstr>Comparar el turismo antes y hoy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Calentamiento</dc:title>
  <dc:creator>Amke Odens</dc:creator>
  <cp:lastModifiedBy>Amke Odens</cp:lastModifiedBy>
  <cp:revision>4</cp:revision>
  <dcterms:created xsi:type="dcterms:W3CDTF">2017-09-09T05:28:04Z</dcterms:created>
  <dcterms:modified xsi:type="dcterms:W3CDTF">2021-08-27T06:49:47Z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0x010100E67CE50A685B36439E3EE65CE348225A</vt:lpwstr>
  </property>
</Properties>
</file>