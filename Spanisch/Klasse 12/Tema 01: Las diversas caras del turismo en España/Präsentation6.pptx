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ke Odens" userId="9bfea4f9b5172781" providerId="LiveId" clId="{CF3B6024-98C8-43E6-8341-E464564C337E}"/>
    <pc:docChg chg="custSel addSld modSld">
      <pc:chgData name="Amke Odens" userId="9bfea4f9b5172781" providerId="LiveId" clId="{CF3B6024-98C8-43E6-8341-E464564C337E}" dt="2018-09-16T08:03:33.723" v="31" actId="5793"/>
      <pc:docMkLst>
        <pc:docMk/>
      </pc:docMkLst>
      <pc:sldChg chg="modSp add">
        <pc:chgData name="Amke Odens" userId="9bfea4f9b5172781" providerId="LiveId" clId="{CF3B6024-98C8-43E6-8341-E464564C337E}" dt="2018-09-16T08:03:33.723" v="31" actId="5793"/>
        <pc:sldMkLst>
          <pc:docMk/>
          <pc:sldMk cId="2736702736" sldId="259"/>
        </pc:sldMkLst>
        <pc:spChg chg="mod">
          <ac:chgData name="Amke Odens" userId="9bfea4f9b5172781" providerId="LiveId" clId="{CF3B6024-98C8-43E6-8341-E464564C337E}" dt="2018-09-16T08:03:33.723" v="31" actId="5793"/>
          <ac:spMkLst>
            <pc:docMk/>
            <pc:sldMk cId="2736702736" sldId="259"/>
            <ac:spMk id="2" creationId="{EB9FF888-B695-4026-8197-A284E29429C1}"/>
          </ac:spMkLst>
        </pc:spChg>
      </pc:sldChg>
    </pc:docChg>
  </pc:docChgLst>
  <pc:docChgLst>
    <pc:chgData name="Amke Odens" userId="9bfea4f9b5172781" providerId="LiveId" clId="{122643D8-1695-4CD8-B8EF-2778CBEB810B}"/>
    <pc:docChg chg="modSld">
      <pc:chgData name="Amke Odens" userId="9bfea4f9b5172781" providerId="LiveId" clId="{122643D8-1695-4CD8-B8EF-2778CBEB810B}" dt="2021-09-02T19:14:09.012" v="0" actId="14100"/>
      <pc:docMkLst>
        <pc:docMk/>
      </pc:docMkLst>
      <pc:sldChg chg="modSp mod">
        <pc:chgData name="Amke Odens" userId="9bfea4f9b5172781" providerId="LiveId" clId="{122643D8-1695-4CD8-B8EF-2778CBEB810B}" dt="2021-09-02T19:14:09.012" v="0" actId="14100"/>
        <pc:sldMkLst>
          <pc:docMk/>
          <pc:sldMk cId="759725103" sldId="256"/>
        </pc:sldMkLst>
        <pc:picChg chg="mod">
          <ac:chgData name="Amke Odens" userId="9bfea4f9b5172781" providerId="LiveId" clId="{122643D8-1695-4CD8-B8EF-2778CBEB810B}" dt="2021-09-02T19:14:09.012" v="0" actId="14100"/>
          <ac:picMkLst>
            <pc:docMk/>
            <pc:sldMk cId="759725103" sldId="256"/>
            <ac:picMk id="4" creationId="{BA0093FD-C9EB-43DD-A8C0-7207649D5D2E}"/>
          </ac:picMkLst>
        </pc:picChg>
      </pc:sldChg>
    </pc:docChg>
  </pc:docChgLst>
  <pc:docChgLst>
    <pc:chgData name="Amke Odens" userId="9bfea4f9b5172781" providerId="LiveId" clId="{1F4B74DB-02A5-459E-944A-386300323B9B}"/>
    <pc:docChg chg="custSel addSld modSld">
      <pc:chgData name="Amke Odens" userId="9bfea4f9b5172781" providerId="LiveId" clId="{1F4B74DB-02A5-459E-944A-386300323B9B}" dt="2018-08-26T10:22:43.612" v="274" actId="1076"/>
      <pc:docMkLst>
        <pc:docMk/>
      </pc:docMkLst>
      <pc:sldChg chg="addSp delSp modSp add">
        <pc:chgData name="Amke Odens" userId="9bfea4f9b5172781" providerId="LiveId" clId="{1F4B74DB-02A5-459E-944A-386300323B9B}" dt="2018-08-26T10:22:43.612" v="274" actId="1076"/>
        <pc:sldMkLst>
          <pc:docMk/>
          <pc:sldMk cId="3731341781" sldId="257"/>
        </pc:sldMkLst>
        <pc:spChg chg="mod">
          <ac:chgData name="Amke Odens" userId="9bfea4f9b5172781" providerId="LiveId" clId="{1F4B74DB-02A5-459E-944A-386300323B9B}" dt="2018-08-26T10:19:51.522" v="228" actId="20577"/>
          <ac:spMkLst>
            <pc:docMk/>
            <pc:sldMk cId="3731341781" sldId="257"/>
            <ac:spMk id="2" creationId="{7CAF7F06-1AA0-4EE3-9319-49A92416ACB1}"/>
          </ac:spMkLst>
        </pc:spChg>
        <pc:spChg chg="del">
          <ac:chgData name="Amke Odens" userId="9bfea4f9b5172781" providerId="LiveId" clId="{1F4B74DB-02A5-459E-944A-386300323B9B}" dt="2018-08-26T10:17:39.224" v="5"/>
          <ac:spMkLst>
            <pc:docMk/>
            <pc:sldMk cId="3731341781" sldId="257"/>
            <ac:spMk id="3" creationId="{338BEAA7-CD78-4AC7-AE90-783CC4091B5A}"/>
          </ac:spMkLst>
        </pc:spChg>
        <pc:spChg chg="add">
          <ac:chgData name="Amke Odens" userId="9bfea4f9b5172781" providerId="LiveId" clId="{1F4B74DB-02A5-459E-944A-386300323B9B}" dt="2018-08-26T10:17:32.600" v="4"/>
          <ac:spMkLst>
            <pc:docMk/>
            <pc:sldMk cId="3731341781" sldId="257"/>
            <ac:spMk id="5" creationId="{BE28E1FB-CDE3-453C-8422-214CCB48C4D3}"/>
          </ac:spMkLst>
        </pc:spChg>
        <pc:spChg chg="add">
          <ac:chgData name="Amke Odens" userId="9bfea4f9b5172781" providerId="LiveId" clId="{1F4B74DB-02A5-459E-944A-386300323B9B}" dt="2018-08-26T10:17:32.600" v="4"/>
          <ac:spMkLst>
            <pc:docMk/>
            <pc:sldMk cId="3731341781" sldId="257"/>
            <ac:spMk id="6" creationId="{9229A3C3-BA9B-4330-8F2B-65E15EEB1FA5}"/>
          </ac:spMkLst>
        </pc:spChg>
        <pc:spChg chg="add mod">
          <ac:chgData name="Amke Odens" userId="9bfea4f9b5172781" providerId="LiveId" clId="{1F4B74DB-02A5-459E-944A-386300323B9B}" dt="2018-08-26T10:22:43.612" v="274" actId="1076"/>
          <ac:spMkLst>
            <pc:docMk/>
            <pc:sldMk cId="3731341781" sldId="257"/>
            <ac:spMk id="10" creationId="{99C0BA1D-44A6-40CA-A41B-8A4C4F706FEC}"/>
          </ac:spMkLst>
        </pc:spChg>
        <pc:picChg chg="add mod">
          <ac:chgData name="Amke Odens" userId="9bfea4f9b5172781" providerId="LiveId" clId="{1F4B74DB-02A5-459E-944A-386300323B9B}" dt="2018-08-26T10:17:50.173" v="6" actId="1362"/>
          <ac:picMkLst>
            <pc:docMk/>
            <pc:sldMk cId="3731341781" sldId="257"/>
            <ac:picMk id="8" creationId="{FFD70E78-75B0-4762-BC71-82FD6D3BBB39}"/>
          </ac:picMkLst>
        </pc:picChg>
        <pc:cxnChg chg="add mod ord">
          <ac:chgData name="Amke Odens" userId="9bfea4f9b5172781" providerId="LiveId" clId="{1F4B74DB-02A5-459E-944A-386300323B9B}" dt="2018-08-26T10:18:23.987" v="9" actId="14100"/>
          <ac:cxnSpMkLst>
            <pc:docMk/>
            <pc:sldMk cId="3731341781" sldId="257"/>
            <ac:cxnSpMk id="4" creationId="{7454DB09-F0DB-4CBB-83A9-1C8CFCEC2710}"/>
          </ac:cxnSpMkLst>
        </pc:cxnChg>
        <pc:cxnChg chg="add mod ord">
          <ac:chgData name="Amke Odens" userId="9bfea4f9b5172781" providerId="LiveId" clId="{1F4B74DB-02A5-459E-944A-386300323B9B}" dt="2018-08-26T10:18:32.599" v="11" actId="1076"/>
          <ac:cxnSpMkLst>
            <pc:docMk/>
            <pc:sldMk cId="3731341781" sldId="257"/>
            <ac:cxnSpMk id="7" creationId="{B080AD57-E0CB-404E-ADA1-E08651F4BD16}"/>
          </ac:cxnSpMkLst>
        </pc:cxnChg>
      </pc:sldChg>
      <pc:sldChg chg="modSp add">
        <pc:chgData name="Amke Odens" userId="9bfea4f9b5172781" providerId="LiveId" clId="{1F4B74DB-02A5-459E-944A-386300323B9B}" dt="2018-08-26T10:16:51.611" v="3" actId="5793"/>
        <pc:sldMkLst>
          <pc:docMk/>
          <pc:sldMk cId="1726300757" sldId="258"/>
        </pc:sldMkLst>
        <pc:spChg chg="mod">
          <ac:chgData name="Amke Odens" userId="9bfea4f9b5172781" providerId="LiveId" clId="{1F4B74DB-02A5-459E-944A-386300323B9B}" dt="2018-08-26T10:16:51.611" v="3" actId="5793"/>
          <ac:spMkLst>
            <pc:docMk/>
            <pc:sldMk cId="1726300757" sldId="258"/>
            <ac:spMk id="3" creationId="{4A87DB9F-E26C-4A71-9B5F-460E87FFB4A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6CBE7-5F19-46F7-AE0B-AA8DD7E97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EB7C95-EBC8-4364-AEF7-0CFD9022F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6C7641-6006-4949-96AF-407D425ED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C88AE4-9D84-4999-925B-276AA263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27417F-6FFB-453B-8D7F-AE0E5978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7478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BDB43B-4CF3-4F37-89BC-38780F2F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0BFCC1-4F90-4BE9-8A42-5210DAC1D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394937-5323-49E9-B797-BBAD64845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24ED28-C6B9-4EA0-A029-7434FC9FA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06B193-8238-4915-870A-16B93230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206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85DA-2EF3-4CED-9A48-920FA996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8E730D-8305-4F83-91F2-6530F0641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72D4DC-1808-4D7A-B41B-FC2BB499F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A32DA9-12B2-4A15-A415-29545965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0AE07C-5D21-467D-99A0-F3B3FE9E8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29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9CE2C-88CB-4F40-A0B4-1CB29355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B9F76B-DF8A-46FB-BEEB-44461C12A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1E7E5C-9B20-4707-8557-2F513C3A6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A4B8E0-9411-4E2A-AB43-B5803294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7802C8-3A4E-4D94-BD63-C16944445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B359E2-1BB8-4973-8188-79BC658A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317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61EA8-EF21-46A7-9681-8EEB263A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7AA0A1-B345-4DBF-BB54-559E20991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F305EF-FAFC-4147-AA35-79D4A49A9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AF668F-C7BC-4D48-B398-600F348BA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BA8A366-D30B-4072-B9EF-1F3E83D10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C0F1B8B-01E1-49BA-8993-7F798820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EA4E6A-F5B1-46E2-A11B-3C74DD3D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99C007-4483-4B64-BAC5-A12B0DA3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869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4AC4C-E393-49BF-9A7D-FFDA19ED1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48E7954-6147-406B-9A4B-E90D9555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20EE19-81B4-4670-B8B9-5EEEA114C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9047B3-0971-4CBE-A9E1-780C8544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73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D007AA-E741-406F-BB62-90D7205E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159CC0-8F49-436B-8C0F-C75DC170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296CD8-1B47-4466-A230-00E5830A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7154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4B6EE-C9F4-470D-9D9F-79241B3A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7414F5-5B52-4B39-90F8-FE226C7F0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EF709C-1013-4A90-804C-68DC21B9C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6F7162-34EB-4DF2-B9C5-CBAAB8F7F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924444-5E50-4E43-992E-B03FF808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E77C6A-F485-42AD-A68D-464DA53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377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2812A-56C2-4E0C-A589-1A49BE7F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425943-0ECB-4EA9-8056-4F6508D0E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921D0A-3ACA-4217-A332-F8A0F3E27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4DF57D-CBB8-484B-B3B1-93BF8AA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32B91A-016A-4617-9726-D32D13D1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03BD89-AD5C-4983-A25D-B01E9E93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236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BB266-F066-4CC0-AFAB-9718F42BB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F878D3-D48C-42EF-9CBB-DDC0297F9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A607E6-0726-4E25-B6F8-EFE1CA4B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81AC9-A4AD-4874-B6B4-D1CB7020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AF2ADF-5109-4F54-9826-17071242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38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C034FF-A92E-4BEC-A833-6C48CA278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F29390-8DD1-4B1B-A568-4EA282143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87A14F-0847-4C10-8BEA-80F87948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FF0D76-66ED-4E2A-9DA6-06D3B5A6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C35B57-6BD9-4A85-AE43-B6726555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78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1866118-74F7-49CC-A85D-BDF0918E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2ED31E-C419-46BF-A228-E40CAFF79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1D0AB-765E-4714-903D-4D89E51C8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CEC9E-7AA9-4DDF-881A-0D4DE0595ECA}" type="datetimeFigureOut">
              <a:rPr lang="es-ES" smtClean="0"/>
              <a:t>02/09/2021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EE9FF6-AD36-4666-871A-9FC269404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E50B5A-4EE0-44E1-9DEC-36911C7D2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8C064-D47B-48C3-87F7-FDF1E66EB846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826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0B07E-95BE-4C88-ADD4-F4499C276B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991DB3-7E05-45E3-8DDC-358C1BF5B7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BA0093FD-C9EB-43DD-A8C0-7207649D5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276" y="156099"/>
            <a:ext cx="7578986" cy="5871839"/>
          </a:xfrm>
          <a:prstGeom prst="rect">
            <a:avLst/>
          </a:prstGeom>
        </p:spPr>
      </p:pic>
      <p:sp>
        <p:nvSpPr>
          <p:cNvPr id="5" name="Rechteck 5">
            <a:extLst>
              <a:ext uri="{FF2B5EF4-FFF2-40B4-BE49-F238E27FC236}">
                <a16:creationId xmlns:a16="http://schemas.microsoft.com/office/drawing/2014/main" id="{5A11CD6E-D366-4195-987D-A61E434CB3BE}"/>
              </a:ext>
            </a:extLst>
          </p:cNvPr>
          <p:cNvSpPr/>
          <p:nvPr/>
        </p:nvSpPr>
        <p:spPr>
          <a:xfrm>
            <a:off x="838200" y="365125"/>
            <a:ext cx="3813699" cy="61596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r>
              <a:rPr lang="es-MX" b="1" dirty="0">
                <a:solidFill>
                  <a:schemeClr val="tx1"/>
                </a:solidFill>
              </a:rPr>
              <a:t>Describe la gráfica “</a:t>
            </a:r>
            <a:r>
              <a:rPr lang="es-MX" b="1" dirty="0" err="1">
                <a:solidFill>
                  <a:schemeClr val="tx1"/>
                </a:solidFill>
              </a:rPr>
              <a:t>Analisis</a:t>
            </a:r>
            <a:r>
              <a:rPr lang="es-MX" b="1" dirty="0">
                <a:solidFill>
                  <a:schemeClr val="tx1"/>
                </a:solidFill>
              </a:rPr>
              <a:t> del turista alemán” con tu pareja.</a:t>
            </a:r>
          </a:p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r>
              <a:rPr lang="es-MX" b="1" dirty="0">
                <a:solidFill>
                  <a:schemeClr val="tx1"/>
                </a:solidFill>
              </a:rPr>
              <a:t>Sistema de apoyo</a:t>
            </a:r>
          </a:p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r>
              <a:rPr lang="es-MX" dirty="0">
                <a:solidFill>
                  <a:schemeClr val="tx1"/>
                </a:solidFill>
              </a:rPr>
              <a:t>- En la gráfica se ve …</a:t>
            </a:r>
          </a:p>
          <a:p>
            <a:pPr marL="285750" indent="-285750" algn="ctr">
              <a:buFontTx/>
              <a:buChar char="-"/>
            </a:pPr>
            <a:r>
              <a:rPr lang="es-MX" dirty="0">
                <a:solidFill>
                  <a:schemeClr val="tx1"/>
                </a:solidFill>
              </a:rPr>
              <a:t>La gráfica está dividida en diferentes categorías que son …</a:t>
            </a:r>
          </a:p>
          <a:p>
            <a:pPr marL="285750" indent="-285750" algn="ctr">
              <a:buFontTx/>
              <a:buChar char="-"/>
            </a:pPr>
            <a:r>
              <a:rPr lang="es-MX" dirty="0">
                <a:solidFill>
                  <a:schemeClr val="tx1"/>
                </a:solidFill>
              </a:rPr>
              <a:t>El típico turista alemán…</a:t>
            </a:r>
          </a:p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725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FF888-B695-4026-8197-A284E294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 </a:t>
            </a:r>
            <a:r>
              <a:rPr lang="de-DE" dirty="0" err="1"/>
              <a:t>turista</a:t>
            </a:r>
            <a:r>
              <a:rPr lang="de-DE" dirty="0"/>
              <a:t> </a:t>
            </a:r>
            <a:r>
              <a:rPr lang="de-DE" dirty="0" err="1"/>
              <a:t>alemán</a:t>
            </a:r>
            <a:r>
              <a:rPr lang="de-DE" dirty="0"/>
              <a:t>…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E67C77-2593-47D7-A508-9EF969637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6702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F7F06-1AA0-4EE3-9319-49A92416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000" dirty="0" err="1"/>
              <a:t>Situaci</a:t>
            </a:r>
            <a:r>
              <a:rPr lang="de-DE" sz="2000" dirty="0" err="1"/>
              <a:t>ón</a:t>
            </a:r>
            <a:r>
              <a:rPr lang="de-DE" sz="2000" dirty="0"/>
              <a:t>: </a:t>
            </a:r>
            <a:r>
              <a:rPr lang="es-ES" sz="2000" dirty="0"/>
              <a:t>Tu amigo </a:t>
            </a:r>
            <a:r>
              <a:rPr lang="es-ES" sz="2000" dirty="0" err="1"/>
              <a:t>Leon</a:t>
            </a:r>
            <a:r>
              <a:rPr lang="es-ES" sz="2000" dirty="0"/>
              <a:t> está de vacaciones en España y encuentra un artículo en el periódico donde aparece la foto de abajo. También entiende la palabra alcalde. Te pregunta en un e-mail por qué el que dice el alcalde sobre los turistas. Contesta su e-mail.</a:t>
            </a:r>
            <a:br>
              <a:rPr lang="es-ES" sz="2000" dirty="0"/>
            </a:br>
            <a:endParaRPr lang="es-ES" sz="2000" dirty="0"/>
          </a:p>
        </p:txBody>
      </p:sp>
      <p:sp>
        <p:nvSpPr>
          <p:cNvPr id="5" name="Rechteck 8">
            <a:extLst>
              <a:ext uri="{FF2B5EF4-FFF2-40B4-BE49-F238E27FC236}">
                <a16:creationId xmlns:a16="http://schemas.microsoft.com/office/drawing/2014/main" id="{BE28E1FB-CDE3-453C-8422-214CCB48C4D3}"/>
              </a:ext>
            </a:extLst>
          </p:cNvPr>
          <p:cNvSpPr/>
          <p:nvPr/>
        </p:nvSpPr>
        <p:spPr>
          <a:xfrm>
            <a:off x="8439150" y="2671127"/>
            <a:ext cx="1120140" cy="99631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el</a:t>
            </a:r>
            <a:r>
              <a:rPr lang="de-DE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cartel</a:t>
            </a:r>
            <a:r>
              <a:rPr lang="de-DE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– das Plakat/ Schild</a:t>
            </a:r>
            <a:endParaRPr lang="es-E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 </a:t>
            </a:r>
            <a:r>
              <a:rPr lang="de-DE" sz="1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pancarta</a:t>
            </a:r>
            <a:r>
              <a:rPr lang="de-DE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– das Spruchband</a:t>
            </a:r>
            <a:endParaRPr lang="es-E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ES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hteck 9">
            <a:extLst>
              <a:ext uri="{FF2B5EF4-FFF2-40B4-BE49-F238E27FC236}">
                <a16:creationId xmlns:a16="http://schemas.microsoft.com/office/drawing/2014/main" id="{9229A3C3-BA9B-4330-8F2B-65E15EEB1FA5}"/>
              </a:ext>
            </a:extLst>
          </p:cNvPr>
          <p:cNvSpPr/>
          <p:nvPr/>
        </p:nvSpPr>
        <p:spPr>
          <a:xfrm>
            <a:off x="2632710" y="2869247"/>
            <a:ext cx="1120140" cy="8318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de-DE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 manifestación – die Demonstration</a:t>
            </a:r>
            <a:endParaRPr lang="es-ES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Grafik 6">
            <a:extLst>
              <a:ext uri="{FF2B5EF4-FFF2-40B4-BE49-F238E27FC236}">
                <a16:creationId xmlns:a16="http://schemas.microsoft.com/office/drawing/2014/main" id="{FFD70E78-75B0-4762-BC71-82FD6D3BBB3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478" y="2695435"/>
            <a:ext cx="3901044" cy="2611718"/>
          </a:xfrm>
          <a:prstGeom prst="rect">
            <a:avLst/>
          </a:prstGeom>
        </p:spPr>
      </p:pic>
      <p:cxnSp>
        <p:nvCxnSpPr>
          <p:cNvPr id="4" name="Gerade Verbindung mit Pfeil 7">
            <a:extLst>
              <a:ext uri="{FF2B5EF4-FFF2-40B4-BE49-F238E27FC236}">
                <a16:creationId xmlns:a16="http://schemas.microsoft.com/office/drawing/2014/main" id="{7454DB09-F0DB-4CBB-83A9-1C8CFCEC2710}"/>
              </a:ext>
            </a:extLst>
          </p:cNvPr>
          <p:cNvCxnSpPr>
            <a:cxnSpLocks/>
          </p:cNvCxnSpPr>
          <p:nvPr/>
        </p:nvCxnSpPr>
        <p:spPr>
          <a:xfrm flipV="1">
            <a:off x="6802598" y="3011648"/>
            <a:ext cx="1661952" cy="3348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10">
            <a:extLst>
              <a:ext uri="{FF2B5EF4-FFF2-40B4-BE49-F238E27FC236}">
                <a16:creationId xmlns:a16="http://schemas.microsoft.com/office/drawing/2014/main" id="{B080AD57-E0CB-404E-ADA1-E08651F4BD16}"/>
              </a:ext>
            </a:extLst>
          </p:cNvPr>
          <p:cNvCxnSpPr/>
          <p:nvPr/>
        </p:nvCxnSpPr>
        <p:spPr>
          <a:xfrm flipH="1" flipV="1">
            <a:off x="3752850" y="3667442"/>
            <a:ext cx="1259840" cy="5930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9C0BA1D-44A6-40CA-A41B-8A4C4F706FEC}"/>
              </a:ext>
            </a:extLst>
          </p:cNvPr>
          <p:cNvSpPr/>
          <p:nvPr/>
        </p:nvSpPr>
        <p:spPr>
          <a:xfrm>
            <a:off x="3386356" y="5604930"/>
            <a:ext cx="5419288" cy="831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Prepara</a:t>
            </a:r>
            <a:r>
              <a:rPr lang="de-DE" dirty="0"/>
              <a:t> la </a:t>
            </a:r>
            <a:r>
              <a:rPr lang="de-DE" dirty="0" err="1"/>
              <a:t>mediación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tu </a:t>
            </a:r>
            <a:r>
              <a:rPr lang="de-DE" dirty="0" err="1"/>
              <a:t>pareja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134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99AAC-C8A7-4DE0-8A10-1CC0E8D0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87DB9F-E26C-4A71-9B5F-460E87FFB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b="1" dirty="0"/>
              <a:t>Con tu pareja: Anota algunas ideas que se puede hacer para mejorar la situación entre los turistas y los españoles. 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6300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67CE50A685B36439E3EE65CE348225A" ma:contentTypeVersion="12" ma:contentTypeDescription="Ein neues Dokument erstellen." ma:contentTypeScope="" ma:versionID="4cb63d7ce70cc11c6042440fbbcab751">
  <xsd:schema xmlns:xsd="http://www.w3.org/2001/XMLSchema" xmlns:xs="http://www.w3.org/2001/XMLSchema" xmlns:p="http://schemas.microsoft.com/office/2006/metadata/properties" xmlns:ns2="aaef970e-618f-4fc9-806f-9890173d7060" xmlns:ns3="c91cd714-f12f-4168-9c39-1f8ba0184c45" targetNamespace="http://schemas.microsoft.com/office/2006/metadata/properties" ma:root="true" ma:fieldsID="b69e312794ca5be589878ad9861a916b" ns2:_="" ns3:_="">
    <xsd:import namespace="aaef970e-618f-4fc9-806f-9890173d7060"/>
    <xsd:import namespace="c91cd714-f12f-4168-9c39-1f8ba0184c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f970e-618f-4fc9-806f-9890173d7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e87b9810-5a0e-496c-ad2b-fc4640a05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cd714-f12f-4168-9c39-1f8ba0184c4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c723458-385a-4678-99d2-68db79b8fb4f}" ma:internalName="TaxCatchAll" ma:showField="CatchAllData" ma:web="c91cd714-f12f-4168-9c39-1f8ba0184c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f970e-618f-4fc9-806f-9890173d7060">
      <Terms xmlns="http://schemas.microsoft.com/office/infopath/2007/PartnerControls"/>
    </lcf76f155ced4ddcb4097134ff3c332f>
    <TaxCatchAll xmlns="c91cd714-f12f-4168-9c39-1f8ba0184c45" xsi:nil="true"/>
  </documentManagement>
</p:properties>
</file>

<file path=customXml/itemProps1.xml><?xml version="1.0" encoding="utf-8"?>
<ds:datastoreItem xmlns:ds="http://schemas.openxmlformats.org/officeDocument/2006/customXml" ds:itemID="{9490400A-F1AB-46B1-B457-4C184C5A5C38}"/>
</file>

<file path=customXml/itemProps2.xml><?xml version="1.0" encoding="utf-8"?>
<ds:datastoreItem xmlns:ds="http://schemas.openxmlformats.org/officeDocument/2006/customXml" ds:itemID="{110F0252-433E-4580-82DD-5B55272B2070}"/>
</file>

<file path=customXml/itemProps3.xml><?xml version="1.0" encoding="utf-8"?>
<ds:datastoreItem xmlns:ds="http://schemas.openxmlformats.org/officeDocument/2006/customXml" ds:itemID="{406D6163-F32B-4A12-BFEE-DC416DB901C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Breitbild</PresentationFormat>
  <Paragraphs>20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PowerPoint-Präsentation</vt:lpstr>
      <vt:lpstr>El turista alemán…</vt:lpstr>
      <vt:lpstr>Situación: Tu amigo Leon está de vacaciones en España y encuentra un artículo en el periódico donde aparece la foto de abajo. También entiende la palabra alcalde. Te pregunta en un e-mail por qué el que dice el alcalde sobre los turistas. Contesta su e-mail. 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Amke Odens</dc:creator>
  <cp:lastModifiedBy>Amke Odens</cp:lastModifiedBy>
  <cp:revision>1</cp:revision>
  <dcterms:created xsi:type="dcterms:W3CDTF">2018-08-26T09:52:57Z</dcterms:created>
  <dcterms:modified xsi:type="dcterms:W3CDTF">2021-09-02T19:14:42Z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0x010100E67CE50A685B36439E3EE65CE348225A</vt:lpwstr>
  </property>
</Properties>
</file>