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ke Odens" userId="9bfea4f9b5172781" providerId="LiveId" clId="{4C10510B-36D7-4DCC-AF58-54394FDF4075}"/>
    <pc:docChg chg="modSld">
      <pc:chgData name="Amke Odens" userId="9bfea4f9b5172781" providerId="LiveId" clId="{4C10510B-36D7-4DCC-AF58-54394FDF4075}" dt="2019-09-12T15:32:33.288" v="9" actId="20577"/>
      <pc:docMkLst>
        <pc:docMk/>
      </pc:docMkLst>
      <pc:sldChg chg="modSp">
        <pc:chgData name="Amke Odens" userId="9bfea4f9b5172781" providerId="LiveId" clId="{4C10510B-36D7-4DCC-AF58-54394FDF4075}" dt="2019-09-12T15:32:33.288" v="9" actId="20577"/>
        <pc:sldMkLst>
          <pc:docMk/>
          <pc:sldMk cId="2917080483" sldId="259"/>
        </pc:sldMkLst>
        <pc:spChg chg="mod">
          <ac:chgData name="Amke Odens" userId="9bfea4f9b5172781" providerId="LiveId" clId="{4C10510B-36D7-4DCC-AF58-54394FDF4075}" dt="2019-09-12T15:32:33.288" v="9" actId="20577"/>
          <ac:spMkLst>
            <pc:docMk/>
            <pc:sldMk cId="2917080483" sldId="259"/>
            <ac:spMk id="3" creationId="{F3D27A96-3C82-41A0-B0F9-03E0A12DDD44}"/>
          </ac:spMkLst>
        </pc:spChg>
      </pc:sldChg>
      <pc:sldChg chg="modSp">
        <pc:chgData name="Amke Odens" userId="9bfea4f9b5172781" providerId="LiveId" clId="{4C10510B-36D7-4DCC-AF58-54394FDF4075}" dt="2019-09-12T15:31:51.204" v="6" actId="20577"/>
        <pc:sldMkLst>
          <pc:docMk/>
          <pc:sldMk cId="3458896168" sldId="260"/>
        </pc:sldMkLst>
        <pc:spChg chg="mod">
          <ac:chgData name="Amke Odens" userId="9bfea4f9b5172781" providerId="LiveId" clId="{4C10510B-36D7-4DCC-AF58-54394FDF4075}" dt="2019-09-12T15:31:51.204" v="6" actId="20577"/>
          <ac:spMkLst>
            <pc:docMk/>
            <pc:sldMk cId="3458896168" sldId="260"/>
            <ac:spMk id="3" creationId="{63188B21-1B32-4F30-A7BD-C75D5C9EE6A7}"/>
          </ac:spMkLst>
        </pc:spChg>
      </pc:sldChg>
      <pc:sldChg chg="modSp">
        <pc:chgData name="Amke Odens" userId="9bfea4f9b5172781" providerId="LiveId" clId="{4C10510B-36D7-4DCC-AF58-54394FDF4075}" dt="2019-09-12T15:31:23.528" v="3" actId="20577"/>
        <pc:sldMkLst>
          <pc:docMk/>
          <pc:sldMk cId="2448676814" sldId="262"/>
        </pc:sldMkLst>
        <pc:spChg chg="mod">
          <ac:chgData name="Amke Odens" userId="9bfea4f9b5172781" providerId="LiveId" clId="{4C10510B-36D7-4DCC-AF58-54394FDF4075}" dt="2019-09-12T15:31:23.528" v="3" actId="20577"/>
          <ac:spMkLst>
            <pc:docMk/>
            <pc:sldMk cId="2448676814" sldId="262"/>
            <ac:spMk id="3" creationId="{C3DC007E-8C8B-4B8C-A3D1-D9E506C479E8}"/>
          </ac:spMkLst>
        </pc:spChg>
      </pc:sldChg>
    </pc:docChg>
  </pc:docChgLst>
  <pc:docChgLst>
    <pc:chgData name="Amke Odens" userId="9bfea4f9b5172781" providerId="LiveId" clId="{BC0CB51F-1504-4C9E-BE43-5E6665423638}"/>
    <pc:docChg chg="modSld sldOrd">
      <pc:chgData name="Amke Odens" userId="9bfea4f9b5172781" providerId="LiveId" clId="{BC0CB51F-1504-4C9E-BE43-5E6665423638}" dt="2018-09-13T17:42:49.368" v="527" actId="20577"/>
      <pc:docMkLst>
        <pc:docMk/>
      </pc:docMkLst>
      <pc:sldChg chg="addSp modSp">
        <pc:chgData name="Amke Odens" userId="9bfea4f9b5172781" providerId="LiveId" clId="{BC0CB51F-1504-4C9E-BE43-5E6665423638}" dt="2018-09-13T17:41:21.689" v="525" actId="115"/>
        <pc:sldMkLst>
          <pc:docMk/>
          <pc:sldMk cId="2493068122" sldId="257"/>
        </pc:sldMkLst>
        <pc:spChg chg="add mod">
          <ac:chgData name="Amke Odens" userId="9bfea4f9b5172781" providerId="LiveId" clId="{BC0CB51F-1504-4C9E-BE43-5E6665423638}" dt="2018-09-13T17:41:21.689" v="525" actId="115"/>
          <ac:spMkLst>
            <pc:docMk/>
            <pc:sldMk cId="2493068122" sldId="257"/>
            <ac:spMk id="3" creationId="{E4225326-1062-430C-B575-23FE51376592}"/>
          </ac:spMkLst>
        </pc:spChg>
      </pc:sldChg>
      <pc:sldChg chg="ord">
        <pc:chgData name="Amke Odens" userId="9bfea4f9b5172781" providerId="LiveId" clId="{BC0CB51F-1504-4C9E-BE43-5E6665423638}" dt="2018-09-13T17:37:38.847" v="0" actId="20577"/>
        <pc:sldMkLst>
          <pc:docMk/>
          <pc:sldMk cId="2917080483" sldId="259"/>
        </pc:sldMkLst>
      </pc:sldChg>
      <pc:sldChg chg="modSp">
        <pc:chgData name="Amke Odens" userId="9bfea4f9b5172781" providerId="LiveId" clId="{BC0CB51F-1504-4C9E-BE43-5E6665423638}" dt="2018-09-13T17:42:49.368" v="527" actId="20577"/>
        <pc:sldMkLst>
          <pc:docMk/>
          <pc:sldMk cId="3458896168" sldId="260"/>
        </pc:sldMkLst>
        <pc:spChg chg="mod">
          <ac:chgData name="Amke Odens" userId="9bfea4f9b5172781" providerId="LiveId" clId="{BC0CB51F-1504-4C9E-BE43-5E6665423638}" dt="2018-09-13T17:39:48.180" v="448" actId="20577"/>
          <ac:spMkLst>
            <pc:docMk/>
            <pc:sldMk cId="3458896168" sldId="260"/>
            <ac:spMk id="2" creationId="{DB3D4C85-8AF0-4D45-81AE-0D402660304F}"/>
          </ac:spMkLst>
        </pc:spChg>
        <pc:spChg chg="mod">
          <ac:chgData name="Amke Odens" userId="9bfea4f9b5172781" providerId="LiveId" clId="{BC0CB51F-1504-4C9E-BE43-5E6665423638}" dt="2018-09-13T17:42:49.368" v="527" actId="20577"/>
          <ac:spMkLst>
            <pc:docMk/>
            <pc:sldMk cId="3458896168" sldId="260"/>
            <ac:spMk id="3" creationId="{63188B21-1B32-4F30-A7BD-C75D5C9EE6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2B5E5-6B5B-461B-A7D4-07D63CA9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A8E1D7-46F5-47BD-8B17-CA1A70C0A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4E6C42-EE81-4216-890F-3BDD846C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336572-FC62-40DB-87A4-1A6647A0C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E41AB5-0574-4BC9-84C9-F601AAEE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708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6A7A0-D995-4991-874D-95A85646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37EA47-6B75-4D6F-AD5A-3F5B9DDA2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AD2951-67F9-47D6-B437-C03F0BCD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6B5321-011B-4A4F-BD58-C8636459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C6B33E-9AB6-486A-88E8-17DEFDCB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598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B93A7-1659-4CF8-9401-36B5BC65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815E10-9089-449D-AA30-A648956C1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3CF5DD-230E-4319-A392-9299894D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B65674-C5CB-4B89-B7E7-0F24F0D5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F52671-6EB5-4B98-96D1-F5C9A04D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33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7CE21-5C55-44AC-A13E-90DE8B92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240BEE-F2F6-4528-B5B7-EEC0ECCCA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6B4184-5942-4470-A214-D6C524C11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CDC8C9-2722-45D4-A7DC-707779EF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359820-26AF-4065-B988-45F9B1B9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763FA9-9574-4E71-86E1-DE02CE15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5891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12380-88CA-472E-B9B8-1084FD77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A6F080-A5A6-45EB-AB1C-D6EA1B85E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B50F96-FFCF-4A09-A0ED-30AC4AF28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4358123-1033-48B7-96AC-2F5584B07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F257DC-BA8E-4492-AC8A-66A98D6F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9589F72-6DD1-47CE-A095-34D32211A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D95E5F-4FE1-4C5E-8C6C-8DC07ACB7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E00614-430B-4759-B9F7-305A69E9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0340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1BC1B-118A-49DF-928F-B6760394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356DBE8-88E3-41FC-B399-6B60EE5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68458D-5B57-4EC4-9EE1-96F70CF3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AD623D-6348-46B5-8BCA-73F9B4EDC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9140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CDE35D7-8179-4BC4-86E8-ECF4C90C2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810364-813C-4F90-868E-7C89F263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AB120E-FF1D-4123-9BDF-877904D7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58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32CBB-1FEF-4C9E-A1A7-AB642AFB5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FA5B04-540B-41E0-8D23-F5BE504B1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EFA943-3235-4BD8-82FC-EA6890119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E8308B-DF62-4D86-ADAA-47BE9BB5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8780BF-32AC-4836-8EF3-0A8701CF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E0B855-44A6-472B-AC9E-0352DC1B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275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54B95-B4CF-4FCD-B6FC-29BF0BB4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8AF7CB-5F2B-494B-99F6-B8EA6E445A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29482D-8C89-4417-A156-42B91CDF6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00FB5D-884D-4834-9C3F-CF15C38D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EAC96D-DD2F-4A4A-9F36-3D1D0890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80D084-912A-479E-AE38-DA466831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19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F48E7-886A-42F9-BDD4-669CF04A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343CBD-E691-4FE1-842D-890314C9C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5D1266-9131-4DC7-B193-DBDA5C8AC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15A9EE-6AA9-4FF9-904D-A7F043C79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E1F449-8C4E-4C2D-9209-0C605581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533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ED499-97D1-4D5B-8E18-507033ADA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BF766A-ED03-406C-861B-39CB0FB6E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1801BC-F64A-4C66-BF89-E67DD118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605809-EFDD-4598-9458-04DE853D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3C11C9-CAE7-41B2-A9F3-DE28AECD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245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E052EC-F6CA-4AC4-97B5-7C2C57CC7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516DE5-C6FE-4C43-806A-80CDD2302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996FE9-FA7C-498F-8DEC-DBF3D2B0B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D58B3-3D7C-4517-885F-4E7C4D7F2154}" type="datetimeFigureOut">
              <a:rPr lang="es-ES" smtClean="0"/>
              <a:t>12/09/2019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27F72D-7BE2-49D8-A23E-3482C6AEA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F4A126-2B26-41E6-B8AA-7337436A9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2532A-35D4-456E-92CD-24DD16BBC6F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206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6EF24-3D45-48E1-A21A-2DA920CF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Ensalada</a:t>
            </a:r>
            <a:r>
              <a:rPr lang="de-DE" dirty="0"/>
              <a:t> de </a:t>
            </a:r>
            <a:r>
              <a:rPr lang="de-DE" dirty="0" err="1"/>
              <a:t>palabras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DC007E-8C8B-4B8C-A3D1-D9E506C47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DE" dirty="0" err="1"/>
              <a:t>saruba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 err="1"/>
              <a:t>jetxarnore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 err="1"/>
              <a:t>otsseinilbe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 err="1"/>
              <a:t>ccrer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8676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D87CF-EA49-428F-973B-38A9883D9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Describe</a:t>
            </a:r>
            <a:r>
              <a:rPr lang="de-DE" dirty="0"/>
              <a:t> las </a:t>
            </a:r>
            <a:r>
              <a:rPr lang="de-DE" dirty="0" err="1"/>
              <a:t>siguientes</a:t>
            </a:r>
            <a:r>
              <a:rPr lang="de-DE" dirty="0"/>
              <a:t> </a:t>
            </a:r>
            <a:r>
              <a:rPr lang="de-DE" dirty="0" err="1"/>
              <a:t>fotos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tu </a:t>
            </a:r>
            <a:r>
              <a:rPr lang="de-DE" dirty="0" err="1"/>
              <a:t>pareja</a:t>
            </a:r>
            <a:br>
              <a:rPr lang="de-DE" dirty="0"/>
            </a:br>
            <a:r>
              <a:rPr lang="de-DE" dirty="0" err="1"/>
              <a:t>usa</a:t>
            </a:r>
            <a:r>
              <a:rPr lang="de-DE" dirty="0"/>
              <a:t> las </a:t>
            </a:r>
            <a:r>
              <a:rPr lang="de-DE" dirty="0" err="1"/>
              <a:t>tarjetas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7C8652-A5E4-43E5-84AE-506562AA3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de-DE" dirty="0" err="1"/>
              <a:t>Describe</a:t>
            </a:r>
            <a:r>
              <a:rPr lang="de-DE" dirty="0"/>
              <a:t> las </a:t>
            </a:r>
            <a:r>
              <a:rPr lang="de-DE" dirty="0" err="1"/>
              <a:t>imágenes</a:t>
            </a:r>
            <a:r>
              <a:rPr lang="de-DE" dirty="0"/>
              <a:t>.</a:t>
            </a:r>
          </a:p>
          <a:p>
            <a:pPr marL="457200" indent="-457200">
              <a:buAutoNum type="arabicPeriod"/>
            </a:pPr>
            <a:r>
              <a:rPr lang="de-DE" dirty="0" err="1"/>
              <a:t>Describe</a:t>
            </a:r>
            <a:r>
              <a:rPr lang="de-DE" dirty="0"/>
              <a:t> las </a:t>
            </a:r>
            <a:r>
              <a:rPr lang="de-DE" dirty="0" err="1"/>
              <a:t>actividades</a:t>
            </a:r>
            <a:r>
              <a:rPr lang="de-DE" dirty="0"/>
              <a:t> de las personas.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05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D1C53-697C-43C9-A09F-861E95C4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B6F7FB1-0C9C-4DC9-9B04-F35BFBFE4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02" y="3257828"/>
            <a:ext cx="6350000" cy="3454400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1EB2B41-092D-41FF-A713-0B615079F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739" y="189850"/>
            <a:ext cx="5780313" cy="38507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2991C00-18CD-4F7A-9D94-1835DEAFB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4" y="145772"/>
            <a:ext cx="5010539" cy="3089832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E4225326-1062-430C-B575-23FE51376592}"/>
              </a:ext>
            </a:extLst>
          </p:cNvPr>
          <p:cNvSpPr/>
          <p:nvPr/>
        </p:nvSpPr>
        <p:spPr>
          <a:xfrm>
            <a:off x="7248088" y="4215834"/>
            <a:ext cx="3993160" cy="18326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¿</a:t>
            </a:r>
            <a:r>
              <a:rPr lang="de-DE" b="1" dirty="0" err="1"/>
              <a:t>Qué</a:t>
            </a:r>
            <a:r>
              <a:rPr lang="de-DE" b="1" dirty="0"/>
              <a:t> es </a:t>
            </a:r>
            <a:r>
              <a:rPr lang="de-DE" b="1" dirty="0" err="1"/>
              <a:t>el</a:t>
            </a:r>
            <a:r>
              <a:rPr lang="de-DE" b="1" dirty="0"/>
              <a:t> </a:t>
            </a:r>
            <a:r>
              <a:rPr lang="de-DE" b="1" dirty="0" err="1"/>
              <a:t>turismo</a:t>
            </a:r>
            <a:r>
              <a:rPr lang="de-DE" b="1" dirty="0"/>
              <a:t> </a:t>
            </a:r>
            <a:r>
              <a:rPr lang="de-DE" b="1" dirty="0" err="1"/>
              <a:t>sostenible</a:t>
            </a:r>
            <a:r>
              <a:rPr lang="de-DE" b="1" dirty="0"/>
              <a:t> </a:t>
            </a:r>
            <a:r>
              <a:rPr lang="de-DE" b="1" dirty="0" err="1"/>
              <a:t>para</a:t>
            </a:r>
            <a:r>
              <a:rPr lang="de-DE" b="1" dirty="0"/>
              <a:t> </a:t>
            </a:r>
            <a:r>
              <a:rPr lang="de-DE" b="1" dirty="0" err="1"/>
              <a:t>ti</a:t>
            </a:r>
            <a:r>
              <a:rPr lang="de-DE" b="1" dirty="0"/>
              <a:t>? </a:t>
            </a:r>
          </a:p>
          <a:p>
            <a:pPr algn="ctr"/>
            <a:r>
              <a:rPr lang="de-DE" b="1" dirty="0" err="1"/>
              <a:t>Anota</a:t>
            </a:r>
            <a:r>
              <a:rPr lang="de-DE" b="1" dirty="0"/>
              <a:t> </a:t>
            </a:r>
            <a:r>
              <a:rPr lang="de-DE" b="1" u="sng" dirty="0" err="1"/>
              <a:t>tres</a:t>
            </a:r>
            <a:r>
              <a:rPr lang="de-DE" b="1" dirty="0"/>
              <a:t> </a:t>
            </a:r>
            <a:r>
              <a:rPr lang="de-DE" b="1" dirty="0" err="1"/>
              <a:t>frases</a:t>
            </a:r>
            <a:r>
              <a:rPr lang="de-DE" b="1" dirty="0"/>
              <a:t>!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49306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3D4C85-8AF0-4D45-81AE-0D402660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Definición</a:t>
            </a:r>
            <a:r>
              <a:rPr lang="de-DE" dirty="0"/>
              <a:t> del </a:t>
            </a:r>
            <a:r>
              <a:rPr lang="de-DE" dirty="0" err="1"/>
              <a:t>turismo</a:t>
            </a:r>
            <a:r>
              <a:rPr lang="de-DE" dirty="0"/>
              <a:t> </a:t>
            </a:r>
            <a:r>
              <a:rPr lang="de-DE" dirty="0" err="1"/>
              <a:t>sostenible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8B21-1B32-4F30-A7BD-C75D5C9EE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de-DE" dirty="0" err="1"/>
              <a:t>Según</a:t>
            </a:r>
            <a:r>
              <a:rPr lang="de-DE" dirty="0"/>
              <a:t> la </a:t>
            </a:r>
            <a:r>
              <a:rPr lang="de-DE" dirty="0" err="1"/>
              <a:t>Organización</a:t>
            </a:r>
            <a:r>
              <a:rPr lang="de-DE" dirty="0"/>
              <a:t> </a:t>
            </a:r>
            <a:r>
              <a:rPr lang="de-DE" dirty="0" err="1"/>
              <a:t>Mundial</a:t>
            </a:r>
            <a:r>
              <a:rPr lang="de-DE" dirty="0"/>
              <a:t> del Turismo (OMT), </a:t>
            </a:r>
            <a:r>
              <a:rPr lang="de-DE" dirty="0" err="1"/>
              <a:t>cualquier</a:t>
            </a:r>
            <a:r>
              <a:rPr lang="de-DE" dirty="0"/>
              <a:t> </a:t>
            </a:r>
            <a:r>
              <a:rPr lang="de-DE" dirty="0" err="1"/>
              <a:t>actividad</a:t>
            </a:r>
            <a:r>
              <a:rPr lang="de-DE" dirty="0"/>
              <a:t> </a:t>
            </a:r>
            <a:r>
              <a:rPr lang="de-DE" dirty="0" err="1"/>
              <a:t>turística</a:t>
            </a:r>
            <a:r>
              <a:rPr lang="de-DE" dirty="0"/>
              <a:t> (rural, </a:t>
            </a:r>
            <a:r>
              <a:rPr lang="de-DE" dirty="0" err="1"/>
              <a:t>deportiva</a:t>
            </a:r>
            <a:r>
              <a:rPr lang="de-DE" dirty="0"/>
              <a:t>, </a:t>
            </a:r>
            <a:r>
              <a:rPr lang="de-DE" dirty="0" err="1"/>
              <a:t>cultural</a:t>
            </a:r>
            <a:r>
              <a:rPr lang="de-DE" dirty="0"/>
              <a:t>, etc.) </a:t>
            </a:r>
            <a:r>
              <a:rPr lang="de-DE" dirty="0" err="1"/>
              <a:t>que</a:t>
            </a:r>
            <a:r>
              <a:rPr lang="de-DE" dirty="0"/>
              <a:t> </a:t>
            </a:r>
            <a:r>
              <a:rPr lang="de-DE" dirty="0" err="1"/>
              <a:t>implique</a:t>
            </a:r>
            <a:r>
              <a:rPr lang="de-DE" dirty="0"/>
              <a:t> la </a:t>
            </a:r>
            <a:r>
              <a:rPr lang="de-DE" dirty="0" err="1"/>
              <a:t>conversación</a:t>
            </a:r>
            <a:r>
              <a:rPr lang="de-DE" dirty="0"/>
              <a:t> de </a:t>
            </a:r>
            <a:r>
              <a:rPr lang="de-DE" dirty="0" err="1"/>
              <a:t>recursos</a:t>
            </a:r>
            <a:r>
              <a:rPr lang="de-DE" dirty="0"/>
              <a:t> de la </a:t>
            </a:r>
            <a:r>
              <a:rPr lang="de-DE" dirty="0" err="1"/>
              <a:t>biodiversidad</a:t>
            </a:r>
            <a:r>
              <a:rPr lang="de-DE" dirty="0"/>
              <a:t>, la </a:t>
            </a:r>
            <a:r>
              <a:rPr lang="de-DE" dirty="0" err="1"/>
              <a:t>preocupación</a:t>
            </a:r>
            <a:r>
              <a:rPr lang="de-DE" dirty="0"/>
              <a:t> </a:t>
            </a:r>
            <a:r>
              <a:rPr lang="de-DE" dirty="0" err="1"/>
              <a:t>por</a:t>
            </a:r>
            <a:r>
              <a:rPr lang="de-DE" dirty="0"/>
              <a:t> </a:t>
            </a:r>
            <a:r>
              <a:rPr lang="de-DE" dirty="0" err="1"/>
              <a:t>el</a:t>
            </a:r>
            <a:r>
              <a:rPr lang="de-DE" dirty="0"/>
              <a:t> </a:t>
            </a:r>
            <a:r>
              <a:rPr lang="de-DE" dirty="0" err="1"/>
              <a:t>impacto</a:t>
            </a:r>
            <a:r>
              <a:rPr lang="de-DE" dirty="0"/>
              <a:t> </a:t>
            </a:r>
            <a:r>
              <a:rPr lang="de-DE" dirty="0" err="1"/>
              <a:t>ambiental</a:t>
            </a:r>
            <a:r>
              <a:rPr lang="de-DE" dirty="0"/>
              <a:t> y la </a:t>
            </a:r>
            <a:r>
              <a:rPr lang="de-DE" dirty="0" err="1"/>
              <a:t>distribución</a:t>
            </a:r>
            <a:r>
              <a:rPr lang="de-DE" dirty="0"/>
              <a:t> de los </a:t>
            </a:r>
            <a:r>
              <a:rPr lang="de-DE" dirty="0" err="1"/>
              <a:t>beneficios</a:t>
            </a:r>
            <a:r>
              <a:rPr lang="de-DE" dirty="0"/>
              <a:t> entre la </a:t>
            </a:r>
            <a:r>
              <a:rPr lang="de-DE" dirty="0" err="1"/>
              <a:t>comunidad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puede</a:t>
            </a:r>
            <a:r>
              <a:rPr lang="de-DE" dirty="0"/>
              <a:t> </a:t>
            </a:r>
            <a:r>
              <a:rPr lang="de-DE" dirty="0" err="1"/>
              <a:t>englobarse</a:t>
            </a:r>
            <a:r>
              <a:rPr lang="de-DE" dirty="0"/>
              <a:t> </a:t>
            </a:r>
            <a:r>
              <a:rPr lang="de-DE" dirty="0" err="1"/>
              <a:t>dentro</a:t>
            </a:r>
            <a:r>
              <a:rPr lang="de-DE" dirty="0"/>
              <a:t> de la </a:t>
            </a:r>
            <a:r>
              <a:rPr lang="de-DE" dirty="0" err="1"/>
              <a:t>categoría</a:t>
            </a:r>
            <a:r>
              <a:rPr lang="de-DE" dirty="0"/>
              <a:t> de </a:t>
            </a:r>
            <a:r>
              <a:rPr lang="de-DE" dirty="0" err="1"/>
              <a:t>turismo</a:t>
            </a:r>
            <a:r>
              <a:rPr lang="de-DE" dirty="0"/>
              <a:t> </a:t>
            </a:r>
            <a:r>
              <a:rPr lang="de-DE" dirty="0" err="1"/>
              <a:t>sostenible</a:t>
            </a:r>
            <a:r>
              <a:rPr lang="de-DE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889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E2566-A0DC-4AB3-A889-3E0DBBDD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Lectura</a:t>
            </a:r>
            <a:r>
              <a:rPr lang="de-DE" dirty="0"/>
              <a:t> en </a:t>
            </a:r>
            <a:r>
              <a:rPr lang="de-DE" dirty="0" err="1"/>
              <a:t>tres</a:t>
            </a:r>
            <a:r>
              <a:rPr lang="de-DE" dirty="0"/>
              <a:t> </a:t>
            </a:r>
            <a:r>
              <a:rPr lang="de-DE" dirty="0" err="1"/>
              <a:t>fases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D27A96-3C82-41A0-B0F9-03E0A12DD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Primero</a:t>
            </a:r>
            <a:r>
              <a:rPr lang="de-DE" dirty="0"/>
              <a:t> </a:t>
            </a:r>
            <a:r>
              <a:rPr lang="de-DE" dirty="0" err="1"/>
              <a:t>paso</a:t>
            </a:r>
            <a:r>
              <a:rPr lang="de-DE" dirty="0"/>
              <a:t>: Lee </a:t>
            </a:r>
            <a:r>
              <a:rPr lang="de-DE" dirty="0" err="1"/>
              <a:t>el</a:t>
            </a:r>
            <a:r>
              <a:rPr lang="de-DE" dirty="0"/>
              <a:t> </a:t>
            </a:r>
            <a:r>
              <a:rPr lang="de-DE" dirty="0" err="1"/>
              <a:t>texto</a:t>
            </a:r>
            <a:r>
              <a:rPr lang="de-DE" dirty="0"/>
              <a:t> y </a:t>
            </a:r>
            <a:r>
              <a:rPr lang="de-DE" dirty="0" err="1"/>
              <a:t>marca</a:t>
            </a:r>
            <a:r>
              <a:rPr lang="de-DE" dirty="0"/>
              <a:t> </a:t>
            </a:r>
            <a:r>
              <a:rPr lang="de-DE" dirty="0" err="1"/>
              <a:t>todas</a:t>
            </a:r>
            <a:r>
              <a:rPr lang="de-DE" dirty="0"/>
              <a:t> las </a:t>
            </a:r>
            <a:r>
              <a:rPr lang="de-DE" dirty="0" err="1"/>
              <a:t>partes</a:t>
            </a:r>
            <a:r>
              <a:rPr lang="de-DE" dirty="0"/>
              <a:t> </a:t>
            </a:r>
            <a:r>
              <a:rPr lang="de-DE" dirty="0" err="1"/>
              <a:t>que</a:t>
            </a:r>
            <a:r>
              <a:rPr lang="de-DE" dirty="0"/>
              <a:t> </a:t>
            </a:r>
            <a:r>
              <a:rPr lang="de-DE" dirty="0" err="1"/>
              <a:t>entiendes</a:t>
            </a:r>
            <a:r>
              <a:rPr lang="de-DE" dirty="0"/>
              <a:t> o </a:t>
            </a:r>
            <a:r>
              <a:rPr lang="de-DE" dirty="0" err="1"/>
              <a:t>crees</a:t>
            </a:r>
            <a:r>
              <a:rPr lang="de-DE" dirty="0"/>
              <a:t> entender </a:t>
            </a:r>
            <a:r>
              <a:rPr lang="de-DE" dirty="0" err="1"/>
              <a:t>espontáneamente</a:t>
            </a:r>
            <a:r>
              <a:rPr lang="de-DE" dirty="0"/>
              <a:t>.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 err="1">
                <a:sym typeface="Wingdings" panose="05000000000000000000" pitchFamily="2" charset="2"/>
              </a:rPr>
              <a:t>Utiliza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un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color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highlight>
                  <a:srgbClr val="00FF00"/>
                </a:highlight>
                <a:sym typeface="Wingdings" panose="05000000000000000000" pitchFamily="2" charset="2"/>
              </a:rPr>
              <a:t>verde</a:t>
            </a:r>
            <a:r>
              <a:rPr lang="de-DE" dirty="0">
                <a:highlight>
                  <a:srgbClr val="00FF00"/>
                </a:highlight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S</a:t>
            </a:r>
            <a:r>
              <a:rPr lang="es-ES" dirty="0" err="1"/>
              <a:t>egundo</a:t>
            </a:r>
            <a:r>
              <a:rPr lang="es-ES" dirty="0"/>
              <a:t> paso: Lee el texto otra vez. Intenta comprender las frases alrededor de lo marcado. En cuanto consigas entender más palabras o frases, márcalas.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s-ES" dirty="0">
                <a:sym typeface="Wingdings" panose="05000000000000000000" pitchFamily="2" charset="2"/>
              </a:rPr>
              <a:t>Utiliza un color </a:t>
            </a:r>
            <a:r>
              <a:rPr lang="es-ES" dirty="0">
                <a:highlight>
                  <a:srgbClr val="FFFF00"/>
                </a:highlight>
                <a:sym typeface="Wingdings" panose="05000000000000000000" pitchFamily="2" charset="2"/>
              </a:rPr>
              <a:t>amarillo</a:t>
            </a:r>
            <a:r>
              <a:rPr lang="es-ES" dirty="0">
                <a:sym typeface="Wingdings" panose="05000000000000000000" pitchFamily="2" charset="2"/>
              </a:rPr>
              <a:t>.</a:t>
            </a:r>
          </a:p>
          <a:p>
            <a:pPr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 err="1">
                <a:sym typeface="Wingdings" panose="05000000000000000000" pitchFamily="2" charset="2"/>
              </a:rPr>
              <a:t>Tercer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paso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de-DE" dirty="0" err="1">
                <a:sym typeface="Wingdings" panose="05000000000000000000" pitchFamily="2" charset="2"/>
              </a:rPr>
              <a:t>Ahora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utiliza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el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diccionario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bilingüe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para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descifrar</a:t>
            </a:r>
            <a:r>
              <a:rPr lang="de-DE" dirty="0">
                <a:sym typeface="Wingdings" panose="05000000000000000000" pitchFamily="2" charset="2"/>
              </a:rPr>
              <a:t> las </a:t>
            </a:r>
            <a:r>
              <a:rPr lang="de-DE" dirty="0" err="1">
                <a:sym typeface="Wingdings" panose="05000000000000000000" pitchFamily="2" charset="2"/>
              </a:rPr>
              <a:t>frases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que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siguen</a:t>
            </a:r>
            <a:r>
              <a:rPr lang="de-DE" dirty="0">
                <a:sym typeface="Wingdings" panose="05000000000000000000" pitchFamily="2" charset="2"/>
              </a:rPr>
              <a:t> sin </a:t>
            </a:r>
            <a:r>
              <a:rPr lang="de-DE" dirty="0" err="1">
                <a:sym typeface="Wingdings" panose="05000000000000000000" pitchFamily="2" charset="2"/>
              </a:rPr>
              <a:t>marcar</a:t>
            </a:r>
            <a:r>
              <a:rPr lang="de-DE" dirty="0">
                <a:sym typeface="Wingdings" panose="05000000000000000000" pitchFamily="2" charset="2"/>
              </a:rPr>
              <a:t>. En </a:t>
            </a:r>
            <a:r>
              <a:rPr lang="de-DE" dirty="0" err="1">
                <a:sym typeface="Wingdings" panose="05000000000000000000" pitchFamily="2" charset="2"/>
              </a:rPr>
              <a:t>cuanto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consias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comprender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una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más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márcala</a:t>
            </a:r>
            <a:r>
              <a:rPr lang="de-DE" dirty="0">
                <a:sym typeface="Wingdings" panose="05000000000000000000" pitchFamily="2" charset="2"/>
              </a:rPr>
              <a:t>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 err="1">
                <a:sym typeface="Wingdings" panose="05000000000000000000" pitchFamily="2" charset="2"/>
              </a:rPr>
              <a:t>Utiliza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un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color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highlight>
                  <a:srgbClr val="0000FF"/>
                </a:highlight>
                <a:sym typeface="Wingdings" panose="05000000000000000000" pitchFamily="2" charset="2"/>
              </a:rPr>
              <a:t>azul</a:t>
            </a:r>
            <a:r>
              <a:rPr lang="de-DE" dirty="0">
                <a:highlight>
                  <a:srgbClr val="0000FF"/>
                </a:highlight>
                <a:sym typeface="Wingdings" panose="05000000000000000000" pitchFamily="2" charset="2"/>
              </a:rPr>
              <a:t>. </a:t>
            </a:r>
          </a:p>
          <a:p>
            <a:pPr lvl="8">
              <a:buFont typeface="Wingdings" panose="05000000000000000000" pitchFamily="2" charset="2"/>
              <a:buChar char="à"/>
            </a:pPr>
            <a:r>
              <a:rPr lang="de-DE" dirty="0" err="1">
                <a:sym typeface="Wingdings" panose="05000000000000000000" pitchFamily="2" charset="2"/>
              </a:rPr>
              <a:t>Tiempo</a:t>
            </a:r>
            <a:r>
              <a:rPr lang="de-DE" dirty="0">
                <a:sym typeface="Wingdings" panose="05000000000000000000" pitchFamily="2" charset="2"/>
              </a:rPr>
              <a:t>. 20 </a:t>
            </a:r>
            <a:r>
              <a:rPr lang="de-DE" dirty="0" err="1">
                <a:sym typeface="Wingdings" panose="05000000000000000000" pitchFamily="2" charset="2"/>
              </a:rPr>
              <a:t>minutos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70804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67CE50A685B36439E3EE65CE348225A" ma:contentTypeVersion="12" ma:contentTypeDescription="Ein neues Dokument erstellen." ma:contentTypeScope="" ma:versionID="4cb63d7ce70cc11c6042440fbbcab751">
  <xsd:schema xmlns:xsd="http://www.w3.org/2001/XMLSchema" xmlns:xs="http://www.w3.org/2001/XMLSchema" xmlns:p="http://schemas.microsoft.com/office/2006/metadata/properties" xmlns:ns2="aaef970e-618f-4fc9-806f-9890173d7060" xmlns:ns3="c91cd714-f12f-4168-9c39-1f8ba0184c45" targetNamespace="http://schemas.microsoft.com/office/2006/metadata/properties" ma:root="true" ma:fieldsID="b69e312794ca5be589878ad9861a916b" ns2:_="" ns3:_="">
    <xsd:import namespace="aaef970e-618f-4fc9-806f-9890173d7060"/>
    <xsd:import namespace="c91cd714-f12f-4168-9c39-1f8ba0184c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f970e-618f-4fc9-806f-9890173d70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e87b9810-5a0e-496c-ad2b-fc4640a051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1cd714-f12f-4168-9c39-1f8ba0184c4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c723458-385a-4678-99d2-68db79b8fb4f}" ma:internalName="TaxCatchAll" ma:showField="CatchAllData" ma:web="c91cd714-f12f-4168-9c39-1f8ba0184c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ef970e-618f-4fc9-806f-9890173d7060">
      <Terms xmlns="http://schemas.microsoft.com/office/infopath/2007/PartnerControls"/>
    </lcf76f155ced4ddcb4097134ff3c332f>
    <TaxCatchAll xmlns="c91cd714-f12f-4168-9c39-1f8ba0184c45" xsi:nil="true"/>
  </documentManagement>
</p:properties>
</file>

<file path=customXml/itemProps1.xml><?xml version="1.0" encoding="utf-8"?>
<ds:datastoreItem xmlns:ds="http://schemas.openxmlformats.org/officeDocument/2006/customXml" ds:itemID="{3703FD3A-56E4-449F-868A-B3E586E86DA2}"/>
</file>

<file path=customXml/itemProps2.xml><?xml version="1.0" encoding="utf-8"?>
<ds:datastoreItem xmlns:ds="http://schemas.openxmlformats.org/officeDocument/2006/customXml" ds:itemID="{953E12DA-E088-4B8E-B551-26F8DD6862ED}"/>
</file>

<file path=customXml/itemProps3.xml><?xml version="1.0" encoding="utf-8"?>
<ds:datastoreItem xmlns:ds="http://schemas.openxmlformats.org/officeDocument/2006/customXml" ds:itemID="{7A4675BC-7291-4DEA-9398-4E3D11AF663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Breitbild</PresentationFormat>
  <Paragraphs>22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Tema de Office</vt:lpstr>
      <vt:lpstr>Ensalada de palabras</vt:lpstr>
      <vt:lpstr>Describe las siguientes fotos con tu pareja usa las tarjetas</vt:lpstr>
      <vt:lpstr>PowerPoint-Präsentation</vt:lpstr>
      <vt:lpstr>Definición del turismo sostenible</vt:lpstr>
      <vt:lpstr>Lectura en tres fases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Describe las siguientes fotos con tu pareja usa las tarjetas</dc:title>
  <dc:creator>Amke Odens</dc:creator>
  <cp:lastModifiedBy>Amke Odens</cp:lastModifiedBy>
  <cp:revision>5</cp:revision>
  <dcterms:created xsi:type="dcterms:W3CDTF">2018-08-26T07:54:08Z</dcterms:created>
  <dcterms:modified xsi:type="dcterms:W3CDTF">2019-09-12T15:33:23Z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0x010100E67CE50A685B36439E3EE65CE348225A</vt:lpwstr>
  </property>
</Properties>
</file>