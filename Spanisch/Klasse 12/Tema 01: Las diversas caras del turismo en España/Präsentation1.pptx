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4" r:id="rId3"/>
    <p:sldId id="271" r:id="rId4"/>
    <p:sldId id="262" r:id="rId5"/>
    <p:sldId id="265" r:id="rId6"/>
    <p:sldId id="275" r:id="rId7"/>
    <p:sldId id="277" r:id="rId8"/>
    <p:sldId id="278" r:id="rId9"/>
    <p:sldId id="283" r:id="rId10"/>
    <p:sldId id="279" r:id="rId11"/>
    <p:sldId id="280" r:id="rId12"/>
    <p:sldId id="281" r:id="rId13"/>
    <p:sldId id="282" r:id="rId14"/>
    <p:sldId id="266" r:id="rId15"/>
    <p:sldId id="267" r:id="rId1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44" autoAdjust="0"/>
    <p:restoredTop sz="94660"/>
  </p:normalViewPr>
  <p:slideViewPr>
    <p:cSldViewPr snapToGrid="0">
      <p:cViewPr varScale="1">
        <p:scale>
          <a:sx n="86" d="100"/>
          <a:sy n="86" d="100"/>
        </p:scale>
        <p:origin x="509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ke Odens" userId="9bfea4f9b5172781" providerId="LiveId" clId="{8989BB3D-644E-496E-BE58-ACA48A184A68}"/>
    <pc:docChg chg="custSel modSld">
      <pc:chgData name="Amke Odens" userId="9bfea4f9b5172781" providerId="LiveId" clId="{8989BB3D-644E-496E-BE58-ACA48A184A68}" dt="2018-09-06T17:07:33.339" v="176" actId="20577"/>
      <pc:docMkLst>
        <pc:docMk/>
      </pc:docMkLst>
      <pc:sldChg chg="modSp">
        <pc:chgData name="Amke Odens" userId="9bfea4f9b5172781" providerId="LiveId" clId="{8989BB3D-644E-496E-BE58-ACA48A184A68}" dt="2018-08-26T07:34:08.869" v="155" actId="27636"/>
        <pc:sldMkLst>
          <pc:docMk/>
          <pc:sldMk cId="3360917984" sldId="257"/>
        </pc:sldMkLst>
        <pc:spChg chg="mod">
          <ac:chgData name="Amke Odens" userId="9bfea4f9b5172781" providerId="LiveId" clId="{8989BB3D-644E-496E-BE58-ACA48A184A68}" dt="2018-08-26T07:34:08.869" v="155" actId="27636"/>
          <ac:spMkLst>
            <pc:docMk/>
            <pc:sldMk cId="3360917984" sldId="257"/>
            <ac:spMk id="3" creationId="{1AD05162-4BA9-48ED-A16E-501650746FBD}"/>
          </ac:spMkLst>
        </pc:spChg>
      </pc:sldChg>
      <pc:sldChg chg="addSp delSp modSp">
        <pc:chgData name="Amke Odens" userId="9bfea4f9b5172781" providerId="LiveId" clId="{8989BB3D-644E-496E-BE58-ACA48A184A68}" dt="2018-09-06T17:07:33.339" v="176" actId="20577"/>
        <pc:sldMkLst>
          <pc:docMk/>
          <pc:sldMk cId="194941042" sldId="261"/>
        </pc:sldMkLst>
        <pc:spChg chg="del">
          <ac:chgData name="Amke Odens" userId="9bfea4f9b5172781" providerId="LiveId" clId="{8989BB3D-644E-496E-BE58-ACA48A184A68}" dt="2018-08-26T07:50:17.860" v="160" actId="1076"/>
          <ac:spMkLst>
            <pc:docMk/>
            <pc:sldMk cId="194941042" sldId="261"/>
            <ac:spMk id="3" creationId="{4877CC78-9ABC-4945-AF85-663E4345F0C5}"/>
          </ac:spMkLst>
        </pc:spChg>
        <pc:spChg chg="add del mod">
          <ac:chgData name="Amke Odens" userId="9bfea4f9b5172781" providerId="LiveId" clId="{8989BB3D-644E-496E-BE58-ACA48A184A68}" dt="2018-08-26T07:50:21.320" v="161" actId="478"/>
          <ac:spMkLst>
            <pc:docMk/>
            <pc:sldMk cId="194941042" sldId="261"/>
            <ac:spMk id="4" creationId="{97AA4064-554F-4173-A45A-27C88FAC93DC}"/>
          </ac:spMkLst>
        </pc:spChg>
        <pc:graphicFrameChg chg="add mod modGraphic">
          <ac:chgData name="Amke Odens" userId="9bfea4f9b5172781" providerId="LiveId" clId="{8989BB3D-644E-496E-BE58-ACA48A184A68}" dt="2018-09-06T17:07:33.339" v="176" actId="20577"/>
          <ac:graphicFrameMkLst>
            <pc:docMk/>
            <pc:sldMk cId="194941042" sldId="261"/>
            <ac:graphicFrameMk id="5" creationId="{A53629D3-C552-4FB8-A622-E969621AD3D9}"/>
          </ac:graphicFrameMkLst>
        </pc:graphicFrameChg>
      </pc:sldChg>
    </pc:docChg>
  </pc:docChgLst>
  <pc:docChgLst>
    <pc:chgData name="Amke Odens" userId="9bfea4f9b5172781" providerId="LiveId" clId="{6A9A917C-44B7-4B40-B34B-AB17EB5785AB}"/>
    <pc:docChg chg="delSld modSld">
      <pc:chgData name="Amke Odens" userId="9bfea4f9b5172781" providerId="LiveId" clId="{6A9A917C-44B7-4B40-B34B-AB17EB5785AB}" dt="2023-08-02T18:32:09.935" v="13" actId="2696"/>
      <pc:docMkLst>
        <pc:docMk/>
      </pc:docMkLst>
      <pc:sldChg chg="modSp mod">
        <pc:chgData name="Amke Odens" userId="9bfea4f9b5172781" providerId="LiveId" clId="{6A9A917C-44B7-4B40-B34B-AB17EB5785AB}" dt="2023-08-02T18:31:57.537" v="10" actId="207"/>
        <pc:sldMkLst>
          <pc:docMk/>
          <pc:sldMk cId="0" sldId="262"/>
        </pc:sldMkLst>
        <pc:spChg chg="mod">
          <ac:chgData name="Amke Odens" userId="9bfea4f9b5172781" providerId="LiveId" clId="{6A9A917C-44B7-4B40-B34B-AB17EB5785AB}" dt="2023-08-02T18:31:57.537" v="10" actId="207"/>
          <ac:spMkLst>
            <pc:docMk/>
            <pc:sldMk cId="0" sldId="262"/>
            <ac:spMk id="135" creationId="{00000000-0000-0000-0000-000000000000}"/>
          </ac:spMkLst>
        </pc:spChg>
        <pc:spChg chg="mod">
          <ac:chgData name="Amke Odens" userId="9bfea4f9b5172781" providerId="LiveId" clId="{6A9A917C-44B7-4B40-B34B-AB17EB5785AB}" dt="2023-08-02T18:31:03.221" v="0" actId="20577"/>
          <ac:spMkLst>
            <pc:docMk/>
            <pc:sldMk cId="0" sldId="262"/>
            <ac:spMk id="137" creationId="{00000000-0000-0000-0000-000000000000}"/>
          </ac:spMkLst>
        </pc:spChg>
      </pc:sldChg>
      <pc:sldChg chg="del">
        <pc:chgData name="Amke Odens" userId="9bfea4f9b5172781" providerId="LiveId" clId="{6A9A917C-44B7-4B40-B34B-AB17EB5785AB}" dt="2023-08-02T18:32:06.672" v="12" actId="2696"/>
        <pc:sldMkLst>
          <pc:docMk/>
          <pc:sldMk cId="0" sldId="263"/>
        </pc:sldMkLst>
      </pc:sldChg>
      <pc:sldChg chg="del">
        <pc:chgData name="Amke Odens" userId="9bfea4f9b5172781" providerId="LiveId" clId="{6A9A917C-44B7-4B40-B34B-AB17EB5785AB}" dt="2023-08-02T18:32:09.935" v="13" actId="2696"/>
        <pc:sldMkLst>
          <pc:docMk/>
          <pc:sldMk cId="0" sldId="264"/>
        </pc:sldMkLst>
      </pc:sldChg>
      <pc:sldChg chg="modSp mod">
        <pc:chgData name="Amke Odens" userId="9bfea4f9b5172781" providerId="LiveId" clId="{6A9A917C-44B7-4B40-B34B-AB17EB5785AB}" dt="2023-08-02T18:31:36.754" v="7" actId="5793"/>
        <pc:sldMkLst>
          <pc:docMk/>
          <pc:sldMk cId="0" sldId="270"/>
        </pc:sldMkLst>
        <pc:spChg chg="mod">
          <ac:chgData name="Amke Odens" userId="9bfea4f9b5172781" providerId="LiveId" clId="{6A9A917C-44B7-4B40-B34B-AB17EB5785AB}" dt="2023-08-02T18:31:19.994" v="1" actId="207"/>
          <ac:spMkLst>
            <pc:docMk/>
            <pc:sldMk cId="0" sldId="270"/>
            <ac:spMk id="119" creationId="{00000000-0000-0000-0000-000000000000}"/>
          </ac:spMkLst>
        </pc:spChg>
        <pc:spChg chg="mod">
          <ac:chgData name="Amke Odens" userId="9bfea4f9b5172781" providerId="LiveId" clId="{6A9A917C-44B7-4B40-B34B-AB17EB5785AB}" dt="2023-08-02T18:31:36.754" v="7" actId="5793"/>
          <ac:spMkLst>
            <pc:docMk/>
            <pc:sldMk cId="0" sldId="270"/>
            <ac:spMk id="120" creationId="{00000000-0000-0000-0000-000000000000}"/>
          </ac:spMkLst>
        </pc:spChg>
      </pc:sldChg>
      <pc:sldChg chg="modSp mod">
        <pc:chgData name="Amke Odens" userId="9bfea4f9b5172781" providerId="LiveId" clId="{6A9A917C-44B7-4B40-B34B-AB17EB5785AB}" dt="2023-08-02T18:31:49.876" v="9" actId="207"/>
        <pc:sldMkLst>
          <pc:docMk/>
          <pc:sldMk cId="0" sldId="271"/>
        </pc:sldMkLst>
        <pc:spChg chg="mod">
          <ac:chgData name="Amke Odens" userId="9bfea4f9b5172781" providerId="LiveId" clId="{6A9A917C-44B7-4B40-B34B-AB17EB5785AB}" dt="2023-08-02T18:31:49.876" v="9" actId="207"/>
          <ac:spMkLst>
            <pc:docMk/>
            <pc:sldMk cId="0" sldId="271"/>
            <ac:spMk id="126" creationId="{00000000-0000-0000-0000-000000000000}"/>
          </ac:spMkLst>
        </pc:spChg>
      </pc:sldChg>
      <pc:sldChg chg="del">
        <pc:chgData name="Amke Odens" userId="9bfea4f9b5172781" providerId="LiveId" clId="{6A9A917C-44B7-4B40-B34B-AB17EB5785AB}" dt="2023-08-02T18:32:02.927" v="11" actId="2696"/>
        <pc:sldMkLst>
          <pc:docMk/>
          <pc:sldMk cId="0" sldId="273"/>
        </pc:sldMkLst>
      </pc:sldChg>
      <pc:sldChg chg="modSp mod">
        <pc:chgData name="Amke Odens" userId="9bfea4f9b5172781" providerId="LiveId" clId="{6A9A917C-44B7-4B40-B34B-AB17EB5785AB}" dt="2023-08-02T18:31:44.099" v="8" actId="207"/>
        <pc:sldMkLst>
          <pc:docMk/>
          <pc:sldMk cId="0" sldId="274"/>
        </pc:sldMkLst>
        <pc:spChg chg="mod">
          <ac:chgData name="Amke Odens" userId="9bfea4f9b5172781" providerId="LiveId" clId="{6A9A917C-44B7-4B40-B34B-AB17EB5785AB}" dt="2023-08-02T18:31:44.099" v="8" actId="207"/>
          <ac:spMkLst>
            <pc:docMk/>
            <pc:sldMk cId="0" sldId="274"/>
            <ac:spMk id="122" creationId="{00000000-0000-0000-0000-000000000000}"/>
          </ac:spMkLst>
        </pc:spChg>
      </pc:sldChg>
    </pc:docChg>
  </pc:docChgLst>
  <pc:docChgLst>
    <pc:chgData name="Amke Odens" userId="9bfea4f9b5172781" providerId="LiveId" clId="{37A36922-9281-4F65-A033-3113708E0C95}"/>
    <pc:docChg chg="undo custSel addSld delSld modSld sldOrd">
      <pc:chgData name="Amke Odens" userId="9bfea4f9b5172781" providerId="LiveId" clId="{37A36922-9281-4F65-A033-3113708E0C95}" dt="2021-08-24T19:32:43.560" v="1378" actId="20577"/>
      <pc:docMkLst>
        <pc:docMk/>
      </pc:docMkLst>
      <pc:sldChg chg="modSp del mod">
        <pc:chgData name="Amke Odens" userId="9bfea4f9b5172781" providerId="LiveId" clId="{37A36922-9281-4F65-A033-3113708E0C95}" dt="2021-08-17T10:53:45.425" v="893" actId="2696"/>
        <pc:sldMkLst>
          <pc:docMk/>
          <pc:sldMk cId="3360917984" sldId="257"/>
        </pc:sldMkLst>
        <pc:spChg chg="mod">
          <ac:chgData name="Amke Odens" userId="9bfea4f9b5172781" providerId="LiveId" clId="{37A36922-9281-4F65-A033-3113708E0C95}" dt="2021-08-17T10:53:06.625" v="868" actId="27636"/>
          <ac:spMkLst>
            <pc:docMk/>
            <pc:sldMk cId="3360917984" sldId="257"/>
            <ac:spMk id="3" creationId="{1AD05162-4BA9-48ED-A16E-501650746FBD}"/>
          </ac:spMkLst>
        </pc:spChg>
      </pc:sldChg>
      <pc:sldChg chg="modSp del mod">
        <pc:chgData name="Amke Odens" userId="9bfea4f9b5172781" providerId="LiveId" clId="{37A36922-9281-4F65-A033-3113708E0C95}" dt="2021-08-17T10:53:42.391" v="892" actId="2696"/>
        <pc:sldMkLst>
          <pc:docMk/>
          <pc:sldMk cId="4161068368" sldId="258"/>
        </pc:sldMkLst>
        <pc:spChg chg="mod">
          <ac:chgData name="Amke Odens" userId="9bfea4f9b5172781" providerId="LiveId" clId="{37A36922-9281-4F65-A033-3113708E0C95}" dt="2021-08-09T09:33:53.358" v="84" actId="20577"/>
          <ac:spMkLst>
            <pc:docMk/>
            <pc:sldMk cId="4161068368" sldId="258"/>
            <ac:spMk id="3" creationId="{579C2E9C-CFC8-443E-9D73-3E4E377BF97E}"/>
          </ac:spMkLst>
        </pc:spChg>
      </pc:sldChg>
      <pc:sldChg chg="del">
        <pc:chgData name="Amke Odens" userId="9bfea4f9b5172781" providerId="LiveId" clId="{37A36922-9281-4F65-A033-3113708E0C95}" dt="2021-08-13T07:58:18.480" v="591" actId="2696"/>
        <pc:sldMkLst>
          <pc:docMk/>
          <pc:sldMk cId="671774920" sldId="259"/>
        </pc:sldMkLst>
      </pc:sldChg>
      <pc:sldChg chg="modSp mod">
        <pc:chgData name="Amke Odens" userId="9bfea4f9b5172781" providerId="LiveId" clId="{37A36922-9281-4F65-A033-3113708E0C95}" dt="2021-08-13T07:55:12.822" v="590" actId="20577"/>
        <pc:sldMkLst>
          <pc:docMk/>
          <pc:sldMk cId="966267868" sldId="260"/>
        </pc:sldMkLst>
        <pc:spChg chg="mod">
          <ac:chgData name="Amke Odens" userId="9bfea4f9b5172781" providerId="LiveId" clId="{37A36922-9281-4F65-A033-3113708E0C95}" dt="2021-08-13T07:55:12.822" v="590" actId="20577"/>
          <ac:spMkLst>
            <pc:docMk/>
            <pc:sldMk cId="966267868" sldId="260"/>
            <ac:spMk id="2" creationId="{A350C1BB-EB5B-49E5-8AA8-49F1E3043CD4}"/>
          </ac:spMkLst>
        </pc:spChg>
      </pc:sldChg>
      <pc:sldChg chg="modSp mod">
        <pc:chgData name="Amke Odens" userId="9bfea4f9b5172781" providerId="LiveId" clId="{37A36922-9281-4F65-A033-3113708E0C95}" dt="2021-08-17T10:52:46.911" v="866" actId="255"/>
        <pc:sldMkLst>
          <pc:docMk/>
          <pc:sldMk cId="0" sldId="263"/>
        </pc:sldMkLst>
        <pc:spChg chg="mod">
          <ac:chgData name="Amke Odens" userId="9bfea4f9b5172781" providerId="LiveId" clId="{37A36922-9281-4F65-A033-3113708E0C95}" dt="2021-08-17T10:52:46.911" v="866" actId="255"/>
          <ac:spMkLst>
            <pc:docMk/>
            <pc:sldMk cId="0" sldId="263"/>
            <ac:spMk id="144" creationId="{00000000-0000-0000-0000-000000000000}"/>
          </ac:spMkLst>
        </pc:spChg>
      </pc:sldChg>
      <pc:sldChg chg="del">
        <pc:chgData name="Amke Odens" userId="9bfea4f9b5172781" providerId="LiveId" clId="{37A36922-9281-4F65-A033-3113708E0C95}" dt="2021-08-09T09:34:11.158" v="85" actId="2696"/>
        <pc:sldMkLst>
          <pc:docMk/>
          <pc:sldMk cId="1802636717" sldId="263"/>
        </pc:sldMkLst>
      </pc:sldChg>
      <pc:sldChg chg="addSp modSp mod ord modAnim">
        <pc:chgData name="Amke Odens" userId="9bfea4f9b5172781" providerId="LiveId" clId="{37A36922-9281-4F65-A033-3113708E0C95}" dt="2021-08-17T10:48:55.991" v="778"/>
        <pc:sldMkLst>
          <pc:docMk/>
          <pc:sldMk cId="3713298472" sldId="265"/>
        </pc:sldMkLst>
        <pc:spChg chg="mod">
          <ac:chgData name="Amke Odens" userId="9bfea4f9b5172781" providerId="LiveId" clId="{37A36922-9281-4F65-A033-3113708E0C95}" dt="2021-08-09T09:31:54.465" v="8" actId="20577"/>
          <ac:spMkLst>
            <pc:docMk/>
            <pc:sldMk cId="3713298472" sldId="265"/>
            <ac:spMk id="3" creationId="{F201CBA3-F2C0-4654-8E33-274F5A834B8B}"/>
          </ac:spMkLst>
        </pc:spChg>
        <pc:spChg chg="add mod">
          <ac:chgData name="Amke Odens" userId="9bfea4f9b5172781" providerId="LiveId" clId="{37A36922-9281-4F65-A033-3113708E0C95}" dt="2021-08-09T09:32:23.654" v="32" actId="5793"/>
          <ac:spMkLst>
            <pc:docMk/>
            <pc:sldMk cId="3713298472" sldId="265"/>
            <ac:spMk id="4" creationId="{9100E9EA-7704-47FB-A7FA-EC47E837C55D}"/>
          </ac:spMkLst>
        </pc:spChg>
        <pc:spChg chg="add mod">
          <ac:chgData name="Amke Odens" userId="9bfea4f9b5172781" providerId="LiveId" clId="{37A36922-9281-4F65-A033-3113708E0C95}" dt="2021-08-09T09:32:28.846" v="47" actId="5793"/>
          <ac:spMkLst>
            <pc:docMk/>
            <pc:sldMk cId="3713298472" sldId="265"/>
            <ac:spMk id="5" creationId="{F0D38118-EB83-4463-8799-E7CDFA15659B}"/>
          </ac:spMkLst>
        </pc:spChg>
        <pc:spChg chg="add mod">
          <ac:chgData name="Amke Odens" userId="9bfea4f9b5172781" providerId="LiveId" clId="{37A36922-9281-4F65-A033-3113708E0C95}" dt="2021-08-09T09:32:33.281" v="59" actId="5793"/>
          <ac:spMkLst>
            <pc:docMk/>
            <pc:sldMk cId="3713298472" sldId="265"/>
            <ac:spMk id="6" creationId="{B5416C7E-2C3C-4136-815E-F8FD6F8282ED}"/>
          </ac:spMkLst>
        </pc:spChg>
      </pc:sldChg>
      <pc:sldChg chg="addSp delSp modSp new mod">
        <pc:chgData name="Amke Odens" userId="9bfea4f9b5172781" providerId="LiveId" clId="{37A36922-9281-4F65-A033-3113708E0C95}" dt="2021-08-09T10:59:46.416" v="543" actId="20577"/>
        <pc:sldMkLst>
          <pc:docMk/>
          <pc:sldMk cId="758009102" sldId="266"/>
        </pc:sldMkLst>
        <pc:spChg chg="mod">
          <ac:chgData name="Amke Odens" userId="9bfea4f9b5172781" providerId="LiveId" clId="{37A36922-9281-4F65-A033-3113708E0C95}" dt="2021-08-09T10:51:10.305" v="146" actId="20577"/>
          <ac:spMkLst>
            <pc:docMk/>
            <pc:sldMk cId="758009102" sldId="266"/>
            <ac:spMk id="2" creationId="{991D58BE-5EB4-4031-AFAE-D248B094F7CC}"/>
          </ac:spMkLst>
        </pc:spChg>
        <pc:spChg chg="del mod">
          <ac:chgData name="Amke Odens" userId="9bfea4f9b5172781" providerId="LiveId" clId="{37A36922-9281-4F65-A033-3113708E0C95}" dt="2021-08-09T10:51:38.264" v="148"/>
          <ac:spMkLst>
            <pc:docMk/>
            <pc:sldMk cId="758009102" sldId="266"/>
            <ac:spMk id="3" creationId="{6FCDB765-3B81-49AE-84AB-F08A0B619A00}"/>
          </ac:spMkLst>
        </pc:spChg>
        <pc:spChg chg="add del mod">
          <ac:chgData name="Amke Odens" userId="9bfea4f9b5172781" providerId="LiveId" clId="{37A36922-9281-4F65-A033-3113708E0C95}" dt="2021-08-09T10:53:47.402" v="198" actId="478"/>
          <ac:spMkLst>
            <pc:docMk/>
            <pc:sldMk cId="758009102" sldId="266"/>
            <ac:spMk id="6" creationId="{99686A13-6030-4EE7-8D58-5612791AB39D}"/>
          </ac:spMkLst>
        </pc:spChg>
        <pc:spChg chg="add del mod">
          <ac:chgData name="Amke Odens" userId="9bfea4f9b5172781" providerId="LiveId" clId="{37A36922-9281-4F65-A033-3113708E0C95}" dt="2021-08-09T10:53:47.402" v="198" actId="478"/>
          <ac:spMkLst>
            <pc:docMk/>
            <pc:sldMk cId="758009102" sldId="266"/>
            <ac:spMk id="7" creationId="{D444A296-7029-4482-8D48-E2F5D13DCF09}"/>
          </ac:spMkLst>
        </pc:spChg>
        <pc:spChg chg="add del mod">
          <ac:chgData name="Amke Odens" userId="9bfea4f9b5172781" providerId="LiveId" clId="{37A36922-9281-4F65-A033-3113708E0C95}" dt="2021-08-09T10:53:47.402" v="198" actId="478"/>
          <ac:spMkLst>
            <pc:docMk/>
            <pc:sldMk cId="758009102" sldId="266"/>
            <ac:spMk id="8" creationId="{DCF3811C-E51A-4D24-A84D-462767E8FE9F}"/>
          </ac:spMkLst>
        </pc:spChg>
        <pc:spChg chg="add del mod">
          <ac:chgData name="Amke Odens" userId="9bfea4f9b5172781" providerId="LiveId" clId="{37A36922-9281-4F65-A033-3113708E0C95}" dt="2021-08-09T10:53:47.402" v="198" actId="478"/>
          <ac:spMkLst>
            <pc:docMk/>
            <pc:sldMk cId="758009102" sldId="266"/>
            <ac:spMk id="9" creationId="{375E41F1-DE0E-483D-8567-D3B7CB7ED877}"/>
          </ac:spMkLst>
        </pc:spChg>
        <pc:spChg chg="add del mod">
          <ac:chgData name="Amke Odens" userId="9bfea4f9b5172781" providerId="LiveId" clId="{37A36922-9281-4F65-A033-3113708E0C95}" dt="2021-08-09T10:53:47.402" v="198" actId="478"/>
          <ac:spMkLst>
            <pc:docMk/>
            <pc:sldMk cId="758009102" sldId="266"/>
            <ac:spMk id="10" creationId="{EC5D9BF9-2EDF-4AA4-9653-465CED1CD18D}"/>
          </ac:spMkLst>
        </pc:spChg>
        <pc:spChg chg="add del mod">
          <ac:chgData name="Amke Odens" userId="9bfea4f9b5172781" providerId="LiveId" clId="{37A36922-9281-4F65-A033-3113708E0C95}" dt="2021-08-09T10:53:47.402" v="198" actId="478"/>
          <ac:spMkLst>
            <pc:docMk/>
            <pc:sldMk cId="758009102" sldId="266"/>
            <ac:spMk id="11" creationId="{A0FA3D48-B7B8-4112-AE6C-84039C4898D8}"/>
          </ac:spMkLst>
        </pc:spChg>
        <pc:spChg chg="add del mod">
          <ac:chgData name="Amke Odens" userId="9bfea4f9b5172781" providerId="LiveId" clId="{37A36922-9281-4F65-A033-3113708E0C95}" dt="2021-08-09T10:53:47.402" v="198" actId="478"/>
          <ac:spMkLst>
            <pc:docMk/>
            <pc:sldMk cId="758009102" sldId="266"/>
            <ac:spMk id="12" creationId="{9C42FBA8-16FE-443B-AA83-6EBC783B08FD}"/>
          </ac:spMkLst>
        </pc:spChg>
        <pc:spChg chg="add del mod">
          <ac:chgData name="Amke Odens" userId="9bfea4f9b5172781" providerId="LiveId" clId="{37A36922-9281-4F65-A033-3113708E0C95}" dt="2021-08-09T10:53:47.402" v="198" actId="478"/>
          <ac:spMkLst>
            <pc:docMk/>
            <pc:sldMk cId="758009102" sldId="266"/>
            <ac:spMk id="13" creationId="{3D06ED83-BDDD-4D9F-83A2-A5BDA70D1F10}"/>
          </ac:spMkLst>
        </pc:spChg>
        <pc:spChg chg="add del mod">
          <ac:chgData name="Amke Odens" userId="9bfea4f9b5172781" providerId="LiveId" clId="{37A36922-9281-4F65-A033-3113708E0C95}" dt="2021-08-09T10:53:47.402" v="198" actId="478"/>
          <ac:spMkLst>
            <pc:docMk/>
            <pc:sldMk cId="758009102" sldId="266"/>
            <ac:spMk id="14" creationId="{6321E4B5-9E65-453D-B46A-1C12CFA8DFE9}"/>
          </ac:spMkLst>
        </pc:spChg>
        <pc:spChg chg="add del mod">
          <ac:chgData name="Amke Odens" userId="9bfea4f9b5172781" providerId="LiveId" clId="{37A36922-9281-4F65-A033-3113708E0C95}" dt="2021-08-09T10:53:47.402" v="198" actId="478"/>
          <ac:spMkLst>
            <pc:docMk/>
            <pc:sldMk cId="758009102" sldId="266"/>
            <ac:spMk id="15" creationId="{A63E54BC-49E0-4F35-B228-1F7C39B6CFF9}"/>
          </ac:spMkLst>
        </pc:spChg>
        <pc:spChg chg="add del mod">
          <ac:chgData name="Amke Odens" userId="9bfea4f9b5172781" providerId="LiveId" clId="{37A36922-9281-4F65-A033-3113708E0C95}" dt="2021-08-09T10:53:47.402" v="198" actId="478"/>
          <ac:spMkLst>
            <pc:docMk/>
            <pc:sldMk cId="758009102" sldId="266"/>
            <ac:spMk id="16" creationId="{B21DD597-A22D-4806-966B-87291E1A4567}"/>
          </ac:spMkLst>
        </pc:spChg>
        <pc:spChg chg="add del mod">
          <ac:chgData name="Amke Odens" userId="9bfea4f9b5172781" providerId="LiveId" clId="{37A36922-9281-4F65-A033-3113708E0C95}" dt="2021-08-09T10:53:47.402" v="198" actId="478"/>
          <ac:spMkLst>
            <pc:docMk/>
            <pc:sldMk cId="758009102" sldId="266"/>
            <ac:spMk id="17" creationId="{35474975-AD09-4B23-B8AD-9B22060B8F87}"/>
          </ac:spMkLst>
        </pc:spChg>
        <pc:spChg chg="add del mod">
          <ac:chgData name="Amke Odens" userId="9bfea4f9b5172781" providerId="LiveId" clId="{37A36922-9281-4F65-A033-3113708E0C95}" dt="2021-08-09T10:53:47.402" v="198" actId="478"/>
          <ac:spMkLst>
            <pc:docMk/>
            <pc:sldMk cId="758009102" sldId="266"/>
            <ac:spMk id="18" creationId="{5F5BC941-3743-4835-B37F-753B8F10A3DD}"/>
          </ac:spMkLst>
        </pc:spChg>
        <pc:spChg chg="add del mod">
          <ac:chgData name="Amke Odens" userId="9bfea4f9b5172781" providerId="LiveId" clId="{37A36922-9281-4F65-A033-3113708E0C95}" dt="2021-08-09T10:53:47.402" v="198" actId="478"/>
          <ac:spMkLst>
            <pc:docMk/>
            <pc:sldMk cId="758009102" sldId="266"/>
            <ac:spMk id="19" creationId="{AEFD54DD-87C4-4DFC-8702-20637B57A436}"/>
          </ac:spMkLst>
        </pc:spChg>
        <pc:spChg chg="add del mod">
          <ac:chgData name="Amke Odens" userId="9bfea4f9b5172781" providerId="LiveId" clId="{37A36922-9281-4F65-A033-3113708E0C95}" dt="2021-08-09T10:53:47.402" v="198" actId="478"/>
          <ac:spMkLst>
            <pc:docMk/>
            <pc:sldMk cId="758009102" sldId="266"/>
            <ac:spMk id="20" creationId="{8A0D2087-10F2-4719-9ED5-3B3F8FF9B74E}"/>
          </ac:spMkLst>
        </pc:spChg>
        <pc:spChg chg="add del mod">
          <ac:chgData name="Amke Odens" userId="9bfea4f9b5172781" providerId="LiveId" clId="{37A36922-9281-4F65-A033-3113708E0C95}" dt="2021-08-09T10:53:47.402" v="198" actId="478"/>
          <ac:spMkLst>
            <pc:docMk/>
            <pc:sldMk cId="758009102" sldId="266"/>
            <ac:spMk id="21" creationId="{22C0DF11-BE08-4733-9675-4D54F7DCBEE1}"/>
          </ac:spMkLst>
        </pc:spChg>
        <pc:spChg chg="add del mod">
          <ac:chgData name="Amke Odens" userId="9bfea4f9b5172781" providerId="LiveId" clId="{37A36922-9281-4F65-A033-3113708E0C95}" dt="2021-08-09T10:53:47.402" v="198" actId="478"/>
          <ac:spMkLst>
            <pc:docMk/>
            <pc:sldMk cId="758009102" sldId="266"/>
            <ac:spMk id="22" creationId="{AE0B4476-3EEC-4C06-AD53-601E484B5300}"/>
          </ac:spMkLst>
        </pc:spChg>
        <pc:spChg chg="add del mod">
          <ac:chgData name="Amke Odens" userId="9bfea4f9b5172781" providerId="LiveId" clId="{37A36922-9281-4F65-A033-3113708E0C95}" dt="2021-08-09T10:53:47.402" v="198" actId="478"/>
          <ac:spMkLst>
            <pc:docMk/>
            <pc:sldMk cId="758009102" sldId="266"/>
            <ac:spMk id="23" creationId="{688A1317-CB79-45F3-A9AF-3BB455F9E5DA}"/>
          </ac:spMkLst>
        </pc:spChg>
        <pc:spChg chg="add mod">
          <ac:chgData name="Amke Odens" userId="9bfea4f9b5172781" providerId="LiveId" clId="{37A36922-9281-4F65-A033-3113708E0C95}" dt="2021-08-09T10:59:46.416" v="543" actId="20577"/>
          <ac:spMkLst>
            <pc:docMk/>
            <pc:sldMk cId="758009102" sldId="266"/>
            <ac:spMk id="24" creationId="{CC4249F0-00CA-4BB8-B138-1A7AC73C5B4F}"/>
          </ac:spMkLst>
        </pc:spChg>
        <pc:spChg chg="add del mod">
          <ac:chgData name="Amke Odens" userId="9bfea4f9b5172781" providerId="LiveId" clId="{37A36922-9281-4F65-A033-3113708E0C95}" dt="2021-08-09T10:54:25.087" v="205"/>
          <ac:spMkLst>
            <pc:docMk/>
            <pc:sldMk cId="758009102" sldId="266"/>
            <ac:spMk id="25" creationId="{799DE95A-0DD7-460B-8190-614CAB00BDFF}"/>
          </ac:spMkLst>
        </pc:spChg>
        <pc:spChg chg="add del mod">
          <ac:chgData name="Amke Odens" userId="9bfea4f9b5172781" providerId="LiveId" clId="{37A36922-9281-4F65-A033-3113708E0C95}" dt="2021-08-09T10:54:25.087" v="205"/>
          <ac:spMkLst>
            <pc:docMk/>
            <pc:sldMk cId="758009102" sldId="266"/>
            <ac:spMk id="26" creationId="{C7A71170-0105-4F69-BEF2-0481B10B1865}"/>
          </ac:spMkLst>
        </pc:spChg>
        <pc:spChg chg="add del mod">
          <ac:chgData name="Amke Odens" userId="9bfea4f9b5172781" providerId="LiveId" clId="{37A36922-9281-4F65-A033-3113708E0C95}" dt="2021-08-09T10:54:25.087" v="205"/>
          <ac:spMkLst>
            <pc:docMk/>
            <pc:sldMk cId="758009102" sldId="266"/>
            <ac:spMk id="27" creationId="{488F670C-C2A0-40CC-A213-275D545C5E44}"/>
          </ac:spMkLst>
        </pc:spChg>
        <pc:spChg chg="add del mod">
          <ac:chgData name="Amke Odens" userId="9bfea4f9b5172781" providerId="LiveId" clId="{37A36922-9281-4F65-A033-3113708E0C95}" dt="2021-08-09T10:54:25.087" v="205"/>
          <ac:spMkLst>
            <pc:docMk/>
            <pc:sldMk cId="758009102" sldId="266"/>
            <ac:spMk id="28" creationId="{2DDE7DDF-56DF-4F3A-9DE5-3EBC2479917F}"/>
          </ac:spMkLst>
        </pc:spChg>
        <pc:spChg chg="add del mod">
          <ac:chgData name="Amke Odens" userId="9bfea4f9b5172781" providerId="LiveId" clId="{37A36922-9281-4F65-A033-3113708E0C95}" dt="2021-08-09T10:54:25.087" v="205"/>
          <ac:spMkLst>
            <pc:docMk/>
            <pc:sldMk cId="758009102" sldId="266"/>
            <ac:spMk id="29" creationId="{636CEC04-E191-45E8-AF3A-C3EDFDE240E9}"/>
          </ac:spMkLst>
        </pc:spChg>
        <pc:spChg chg="add del mod">
          <ac:chgData name="Amke Odens" userId="9bfea4f9b5172781" providerId="LiveId" clId="{37A36922-9281-4F65-A033-3113708E0C95}" dt="2021-08-09T10:54:25.087" v="205"/>
          <ac:spMkLst>
            <pc:docMk/>
            <pc:sldMk cId="758009102" sldId="266"/>
            <ac:spMk id="30" creationId="{4ADD106E-A5B6-4C1A-B98A-3B9C0BE9149E}"/>
          </ac:spMkLst>
        </pc:spChg>
        <pc:spChg chg="add del mod">
          <ac:chgData name="Amke Odens" userId="9bfea4f9b5172781" providerId="LiveId" clId="{37A36922-9281-4F65-A033-3113708E0C95}" dt="2021-08-09T10:54:25.087" v="205"/>
          <ac:spMkLst>
            <pc:docMk/>
            <pc:sldMk cId="758009102" sldId="266"/>
            <ac:spMk id="31" creationId="{2DC871F6-78D3-4E66-968F-38D4FBD535C7}"/>
          </ac:spMkLst>
        </pc:spChg>
        <pc:spChg chg="add del mod">
          <ac:chgData name="Amke Odens" userId="9bfea4f9b5172781" providerId="LiveId" clId="{37A36922-9281-4F65-A033-3113708E0C95}" dt="2021-08-09T10:54:25.087" v="205"/>
          <ac:spMkLst>
            <pc:docMk/>
            <pc:sldMk cId="758009102" sldId="266"/>
            <ac:spMk id="32" creationId="{8F7A3420-1869-4578-B69E-F94089F9791D}"/>
          </ac:spMkLst>
        </pc:spChg>
        <pc:spChg chg="add del mod">
          <ac:chgData name="Amke Odens" userId="9bfea4f9b5172781" providerId="LiveId" clId="{37A36922-9281-4F65-A033-3113708E0C95}" dt="2021-08-09T10:54:25.087" v="205"/>
          <ac:spMkLst>
            <pc:docMk/>
            <pc:sldMk cId="758009102" sldId="266"/>
            <ac:spMk id="33" creationId="{6EA532CD-C4DC-4211-8B2C-021920CCD85C}"/>
          </ac:spMkLst>
        </pc:spChg>
        <pc:spChg chg="add del mod">
          <ac:chgData name="Amke Odens" userId="9bfea4f9b5172781" providerId="LiveId" clId="{37A36922-9281-4F65-A033-3113708E0C95}" dt="2021-08-09T10:54:25.087" v="205"/>
          <ac:spMkLst>
            <pc:docMk/>
            <pc:sldMk cId="758009102" sldId="266"/>
            <ac:spMk id="34" creationId="{612886B0-9DAF-4B8E-8CFB-86EBE399FB4D}"/>
          </ac:spMkLst>
        </pc:spChg>
        <pc:spChg chg="add del mod">
          <ac:chgData name="Amke Odens" userId="9bfea4f9b5172781" providerId="LiveId" clId="{37A36922-9281-4F65-A033-3113708E0C95}" dt="2021-08-09T10:54:25.087" v="205"/>
          <ac:spMkLst>
            <pc:docMk/>
            <pc:sldMk cId="758009102" sldId="266"/>
            <ac:spMk id="35" creationId="{34AD63F3-B9C0-4585-8829-88D2FE2436EA}"/>
          </ac:spMkLst>
        </pc:spChg>
        <pc:spChg chg="add del mod">
          <ac:chgData name="Amke Odens" userId="9bfea4f9b5172781" providerId="LiveId" clId="{37A36922-9281-4F65-A033-3113708E0C95}" dt="2021-08-09T10:54:25.087" v="205"/>
          <ac:spMkLst>
            <pc:docMk/>
            <pc:sldMk cId="758009102" sldId="266"/>
            <ac:spMk id="36" creationId="{CBF0C974-D4A1-4E18-BF48-847A24192B43}"/>
          </ac:spMkLst>
        </pc:spChg>
        <pc:spChg chg="add del mod">
          <ac:chgData name="Amke Odens" userId="9bfea4f9b5172781" providerId="LiveId" clId="{37A36922-9281-4F65-A033-3113708E0C95}" dt="2021-08-09T10:54:25.087" v="205"/>
          <ac:spMkLst>
            <pc:docMk/>
            <pc:sldMk cId="758009102" sldId="266"/>
            <ac:spMk id="37" creationId="{20B39098-BB3E-4D22-A4C0-F9C3983C4D62}"/>
          </ac:spMkLst>
        </pc:spChg>
        <pc:spChg chg="add del mod">
          <ac:chgData name="Amke Odens" userId="9bfea4f9b5172781" providerId="LiveId" clId="{37A36922-9281-4F65-A033-3113708E0C95}" dt="2021-08-09T10:54:25.087" v="205"/>
          <ac:spMkLst>
            <pc:docMk/>
            <pc:sldMk cId="758009102" sldId="266"/>
            <ac:spMk id="38" creationId="{EA58DDFB-3612-437D-BDEA-1932329318B3}"/>
          </ac:spMkLst>
        </pc:spChg>
        <pc:spChg chg="add del mod">
          <ac:chgData name="Amke Odens" userId="9bfea4f9b5172781" providerId="LiveId" clId="{37A36922-9281-4F65-A033-3113708E0C95}" dt="2021-08-09T10:54:25.087" v="205"/>
          <ac:spMkLst>
            <pc:docMk/>
            <pc:sldMk cId="758009102" sldId="266"/>
            <ac:spMk id="39" creationId="{49F183A6-21A0-40F0-800C-5D398CF83EB2}"/>
          </ac:spMkLst>
        </pc:spChg>
        <pc:spChg chg="add del mod">
          <ac:chgData name="Amke Odens" userId="9bfea4f9b5172781" providerId="LiveId" clId="{37A36922-9281-4F65-A033-3113708E0C95}" dt="2021-08-09T10:54:25.087" v="205"/>
          <ac:spMkLst>
            <pc:docMk/>
            <pc:sldMk cId="758009102" sldId="266"/>
            <ac:spMk id="40" creationId="{90EFA2DC-0FB5-417F-95A7-CB8EB1899C20}"/>
          </ac:spMkLst>
        </pc:spChg>
        <pc:spChg chg="add del mod">
          <ac:chgData name="Amke Odens" userId="9bfea4f9b5172781" providerId="LiveId" clId="{37A36922-9281-4F65-A033-3113708E0C95}" dt="2021-08-09T10:54:25.087" v="205"/>
          <ac:spMkLst>
            <pc:docMk/>
            <pc:sldMk cId="758009102" sldId="266"/>
            <ac:spMk id="41" creationId="{A8782695-2035-4F94-9B2A-9540B0D9FA2C}"/>
          </ac:spMkLst>
        </pc:spChg>
        <pc:spChg chg="add del mod">
          <ac:chgData name="Amke Odens" userId="9bfea4f9b5172781" providerId="LiveId" clId="{37A36922-9281-4F65-A033-3113708E0C95}" dt="2021-08-09T10:54:25.087" v="205"/>
          <ac:spMkLst>
            <pc:docMk/>
            <pc:sldMk cId="758009102" sldId="266"/>
            <ac:spMk id="42" creationId="{BC458F68-9F41-43C0-BA73-C5A2CAA64D18}"/>
          </ac:spMkLst>
        </pc:spChg>
        <pc:spChg chg="add del mod">
          <ac:chgData name="Amke Odens" userId="9bfea4f9b5172781" providerId="LiveId" clId="{37A36922-9281-4F65-A033-3113708E0C95}" dt="2021-08-09T10:54:25.087" v="205"/>
          <ac:spMkLst>
            <pc:docMk/>
            <pc:sldMk cId="758009102" sldId="266"/>
            <ac:spMk id="43" creationId="{9A879D0A-7A10-4224-A56E-6FE938FA1779}"/>
          </ac:spMkLst>
        </pc:spChg>
        <pc:spChg chg="add del mod">
          <ac:chgData name="Amke Odens" userId="9bfea4f9b5172781" providerId="LiveId" clId="{37A36922-9281-4F65-A033-3113708E0C95}" dt="2021-08-09T10:54:25.087" v="205"/>
          <ac:spMkLst>
            <pc:docMk/>
            <pc:sldMk cId="758009102" sldId="266"/>
            <ac:spMk id="44" creationId="{3F01B6A7-0CBC-48DA-829D-ED36344225B4}"/>
          </ac:spMkLst>
        </pc:spChg>
        <pc:spChg chg="add del mod">
          <ac:chgData name="Amke Odens" userId="9bfea4f9b5172781" providerId="LiveId" clId="{37A36922-9281-4F65-A033-3113708E0C95}" dt="2021-08-09T10:54:25.087" v="205"/>
          <ac:spMkLst>
            <pc:docMk/>
            <pc:sldMk cId="758009102" sldId="266"/>
            <ac:spMk id="45" creationId="{DFA63523-074A-4A36-A2A9-CB17CF2CB6E6}"/>
          </ac:spMkLst>
        </pc:spChg>
        <pc:graphicFrameChg chg="add del mod modGraphic">
          <ac:chgData name="Amke Odens" userId="9bfea4f9b5172781" providerId="LiveId" clId="{37A36922-9281-4F65-A033-3113708E0C95}" dt="2021-08-09T10:53:47.402" v="198" actId="478"/>
          <ac:graphicFrameMkLst>
            <pc:docMk/>
            <pc:sldMk cId="758009102" sldId="266"/>
            <ac:graphicFrameMk id="5" creationId="{D6CFE868-CEC2-4AFE-9DC8-9AAF542801A1}"/>
          </ac:graphicFrameMkLst>
        </pc:graphicFrameChg>
        <pc:picChg chg="add mod">
          <ac:chgData name="Amke Odens" userId="9bfea4f9b5172781" providerId="LiveId" clId="{37A36922-9281-4F65-A033-3113708E0C95}" dt="2021-08-09T10:53:50.923" v="199" actId="1076"/>
          <ac:picMkLst>
            <pc:docMk/>
            <pc:sldMk cId="758009102" sldId="266"/>
            <ac:picMk id="4" creationId="{A5A25853-725C-45E5-A5A4-F5395F4F7069}"/>
          </ac:picMkLst>
        </pc:picChg>
      </pc:sldChg>
      <pc:sldChg chg="addSp delSp modSp new mod">
        <pc:chgData name="Amke Odens" userId="9bfea4f9b5172781" providerId="LiveId" clId="{37A36922-9281-4F65-A033-3113708E0C95}" dt="2021-08-09T11:01:28.435" v="549" actId="1076"/>
        <pc:sldMkLst>
          <pc:docMk/>
          <pc:sldMk cId="3835442181" sldId="267"/>
        </pc:sldMkLst>
        <pc:spChg chg="del">
          <ac:chgData name="Amke Odens" userId="9bfea4f9b5172781" providerId="LiveId" clId="{37A36922-9281-4F65-A033-3113708E0C95}" dt="2021-08-09T11:01:21.699" v="545" actId="931"/>
          <ac:spMkLst>
            <pc:docMk/>
            <pc:sldMk cId="3835442181" sldId="267"/>
            <ac:spMk id="3" creationId="{79A86604-18E3-4478-8F16-99B632BA5ECF}"/>
          </ac:spMkLst>
        </pc:spChg>
        <pc:picChg chg="add mod ord">
          <ac:chgData name="Amke Odens" userId="9bfea4f9b5172781" providerId="LiveId" clId="{37A36922-9281-4F65-A033-3113708E0C95}" dt="2021-08-09T11:01:28.435" v="549" actId="1076"/>
          <ac:picMkLst>
            <pc:docMk/>
            <pc:sldMk cId="3835442181" sldId="267"/>
            <ac:picMk id="5" creationId="{DE509182-9AA1-4684-AD9D-F54AB2DAF749}"/>
          </ac:picMkLst>
        </pc:picChg>
      </pc:sldChg>
      <pc:sldChg chg="modSp new mod">
        <pc:chgData name="Amke Odens" userId="9bfea4f9b5172781" providerId="LiveId" clId="{37A36922-9281-4F65-A033-3113708E0C95}" dt="2021-08-13T08:01:05.451" v="674" actId="5793"/>
        <pc:sldMkLst>
          <pc:docMk/>
          <pc:sldMk cId="3047379880" sldId="268"/>
        </pc:sldMkLst>
        <pc:spChg chg="mod">
          <ac:chgData name="Amke Odens" userId="9bfea4f9b5172781" providerId="LiveId" clId="{37A36922-9281-4F65-A033-3113708E0C95}" dt="2021-08-13T08:01:03.624" v="673" actId="113"/>
          <ac:spMkLst>
            <pc:docMk/>
            <pc:sldMk cId="3047379880" sldId="268"/>
            <ac:spMk id="2" creationId="{10823DF0-AC9A-4CA2-97E4-40E242D0690C}"/>
          </ac:spMkLst>
        </pc:spChg>
        <pc:spChg chg="mod">
          <ac:chgData name="Amke Odens" userId="9bfea4f9b5172781" providerId="LiveId" clId="{37A36922-9281-4F65-A033-3113708E0C95}" dt="2021-08-13T08:01:05.451" v="674" actId="5793"/>
          <ac:spMkLst>
            <pc:docMk/>
            <pc:sldMk cId="3047379880" sldId="268"/>
            <ac:spMk id="3" creationId="{A9CE21C9-FC9C-4E02-898A-F4CD5C11A624}"/>
          </ac:spMkLst>
        </pc:spChg>
      </pc:sldChg>
      <pc:sldChg chg="new">
        <pc:chgData name="Amke Odens" userId="9bfea4f9b5172781" providerId="LiveId" clId="{37A36922-9281-4F65-A033-3113708E0C95}" dt="2021-08-13T08:01:18.056" v="675" actId="680"/>
        <pc:sldMkLst>
          <pc:docMk/>
          <pc:sldMk cId="1374158932" sldId="269"/>
        </pc:sldMkLst>
      </pc:sldChg>
      <pc:sldChg chg="modSp add mod">
        <pc:chgData name="Amke Odens" userId="9bfea4f9b5172781" providerId="LiveId" clId="{37A36922-9281-4F65-A033-3113708E0C95}" dt="2021-08-17T10:49:04.357" v="780" actId="20577"/>
        <pc:sldMkLst>
          <pc:docMk/>
          <pc:sldMk cId="0" sldId="270"/>
        </pc:sldMkLst>
        <pc:spChg chg="mod">
          <ac:chgData name="Amke Odens" userId="9bfea4f9b5172781" providerId="LiveId" clId="{37A36922-9281-4F65-A033-3113708E0C95}" dt="2021-08-17T10:49:04.357" v="780" actId="20577"/>
          <ac:spMkLst>
            <pc:docMk/>
            <pc:sldMk cId="0" sldId="270"/>
            <ac:spMk id="120" creationId="{00000000-0000-0000-0000-000000000000}"/>
          </ac:spMkLst>
        </pc:spChg>
      </pc:sldChg>
      <pc:sldChg chg="new del">
        <pc:chgData name="Amke Odens" userId="9bfea4f9b5172781" providerId="LiveId" clId="{37A36922-9281-4F65-A033-3113708E0C95}" dt="2021-08-17T10:50:20.765" v="784" actId="2696"/>
        <pc:sldMkLst>
          <pc:docMk/>
          <pc:sldMk cId="2766048430" sldId="272"/>
        </pc:sldMkLst>
      </pc:sldChg>
      <pc:sldChg chg="new del">
        <pc:chgData name="Amke Odens" userId="9bfea4f9b5172781" providerId="LiveId" clId="{37A36922-9281-4F65-A033-3113708E0C95}" dt="2021-08-17T10:49:59.444" v="782" actId="2696"/>
        <pc:sldMkLst>
          <pc:docMk/>
          <pc:sldMk cId="4285891025" sldId="272"/>
        </pc:sldMkLst>
      </pc:sldChg>
      <pc:sldChg chg="modSp mod">
        <pc:chgData name="Amke Odens" userId="9bfea4f9b5172781" providerId="LiveId" clId="{37A36922-9281-4F65-A033-3113708E0C95}" dt="2021-08-17T10:59:23.213" v="923" actId="20577"/>
        <pc:sldMkLst>
          <pc:docMk/>
          <pc:sldMk cId="0" sldId="273"/>
        </pc:sldMkLst>
        <pc:spChg chg="mod">
          <ac:chgData name="Amke Odens" userId="9bfea4f9b5172781" providerId="LiveId" clId="{37A36922-9281-4F65-A033-3113708E0C95}" dt="2021-08-17T10:59:23.213" v="923" actId="20577"/>
          <ac:spMkLst>
            <pc:docMk/>
            <pc:sldMk cId="0" sldId="273"/>
            <ac:spMk id="141" creationId="{00000000-0000-0000-0000-000000000000}"/>
          </ac:spMkLst>
        </pc:spChg>
      </pc:sldChg>
      <pc:sldChg chg="addSp modSp mod">
        <pc:chgData name="Amke Odens" userId="9bfea4f9b5172781" providerId="LiveId" clId="{37A36922-9281-4F65-A033-3113708E0C95}" dt="2021-08-17T10:53:31.221" v="891" actId="20577"/>
        <pc:sldMkLst>
          <pc:docMk/>
          <pc:sldMk cId="0" sldId="274"/>
        </pc:sldMkLst>
        <pc:spChg chg="add mod">
          <ac:chgData name="Amke Odens" userId="9bfea4f9b5172781" providerId="LiveId" clId="{37A36922-9281-4F65-A033-3113708E0C95}" dt="2021-08-17T10:53:31.221" v="891" actId="20577"/>
          <ac:spMkLst>
            <pc:docMk/>
            <pc:sldMk cId="0" sldId="274"/>
            <ac:spMk id="6" creationId="{499E3DA9-5BFA-4FB0-9D42-0CA3FF47D4AE}"/>
          </ac:spMkLst>
        </pc:spChg>
        <pc:spChg chg="mod">
          <ac:chgData name="Amke Odens" userId="9bfea4f9b5172781" providerId="LiveId" clId="{37A36922-9281-4F65-A033-3113708E0C95}" dt="2021-08-17T10:52:02.410" v="859" actId="20577"/>
          <ac:spMkLst>
            <pc:docMk/>
            <pc:sldMk cId="0" sldId="274"/>
            <ac:spMk id="123" creationId="{00000000-0000-0000-0000-000000000000}"/>
          </ac:spMkLst>
        </pc:spChg>
      </pc:sldChg>
      <pc:sldChg chg="modSp">
        <pc:chgData name="Amke Odens" userId="9bfea4f9b5172781" providerId="LiveId" clId="{37A36922-9281-4F65-A033-3113708E0C95}" dt="2021-08-24T06:48:52.721" v="1287" actId="20577"/>
        <pc:sldMkLst>
          <pc:docMk/>
          <pc:sldMk cId="4219901387" sldId="277"/>
        </pc:sldMkLst>
        <pc:spChg chg="mod">
          <ac:chgData name="Amke Odens" userId="9bfea4f9b5172781" providerId="LiveId" clId="{37A36922-9281-4F65-A033-3113708E0C95}" dt="2021-08-24T06:48:52.721" v="1287" actId="20577"/>
          <ac:spMkLst>
            <pc:docMk/>
            <pc:sldMk cId="4219901387" sldId="277"/>
            <ac:spMk id="15" creationId="{64505977-1674-47E0-B82E-2853B43413C6}"/>
          </ac:spMkLst>
        </pc:spChg>
      </pc:sldChg>
      <pc:sldChg chg="modSp">
        <pc:chgData name="Amke Odens" userId="9bfea4f9b5172781" providerId="LiveId" clId="{37A36922-9281-4F65-A033-3113708E0C95}" dt="2021-08-24T19:32:43.560" v="1378" actId="20577"/>
        <pc:sldMkLst>
          <pc:docMk/>
          <pc:sldMk cId="782341473" sldId="280"/>
        </pc:sldMkLst>
        <pc:spChg chg="mod">
          <ac:chgData name="Amke Odens" userId="9bfea4f9b5172781" providerId="LiveId" clId="{37A36922-9281-4F65-A033-3113708E0C95}" dt="2021-08-24T19:32:43.560" v="1378" actId="20577"/>
          <ac:spMkLst>
            <pc:docMk/>
            <pc:sldMk cId="782341473" sldId="280"/>
            <ac:spMk id="6" creationId="{880F010E-9766-4D15-A088-B729D777C81C}"/>
          </ac:spMkLst>
        </pc:spChg>
      </pc:sldChg>
      <pc:sldChg chg="addSp modSp mod modAnim">
        <pc:chgData name="Amke Odens" userId="9bfea4f9b5172781" providerId="LiveId" clId="{37A36922-9281-4F65-A033-3113708E0C95}" dt="2021-08-21T10:08:14.529" v="1143" actId="20577"/>
        <pc:sldMkLst>
          <pc:docMk/>
          <pc:sldMk cId="2374056119" sldId="281"/>
        </pc:sldMkLst>
        <pc:spChg chg="mod">
          <ac:chgData name="Amke Odens" userId="9bfea4f9b5172781" providerId="LiveId" clId="{37A36922-9281-4F65-A033-3113708E0C95}" dt="2021-08-21T10:04:32.780" v="955" actId="1076"/>
          <ac:spMkLst>
            <pc:docMk/>
            <pc:sldMk cId="2374056119" sldId="281"/>
            <ac:spMk id="7" creationId="{46DA97B4-7FF0-4F01-AB85-0919FF4F0AF4}"/>
          </ac:spMkLst>
        </pc:spChg>
        <pc:spChg chg="mod">
          <ac:chgData name="Amke Odens" userId="9bfea4f9b5172781" providerId="LiveId" clId="{37A36922-9281-4F65-A033-3113708E0C95}" dt="2021-08-21T10:05:05.690" v="984" actId="14100"/>
          <ac:spMkLst>
            <pc:docMk/>
            <pc:sldMk cId="2374056119" sldId="281"/>
            <ac:spMk id="8" creationId="{AEC1BE4D-83A9-48E1-99DB-E3822D3CEE01}"/>
          </ac:spMkLst>
        </pc:spChg>
        <pc:spChg chg="mod">
          <ac:chgData name="Amke Odens" userId="9bfea4f9b5172781" providerId="LiveId" clId="{37A36922-9281-4F65-A033-3113708E0C95}" dt="2021-08-21T10:05:13.389" v="1002" actId="14100"/>
          <ac:spMkLst>
            <pc:docMk/>
            <pc:sldMk cId="2374056119" sldId="281"/>
            <ac:spMk id="9" creationId="{39DC8A50-87B2-4E75-B0CC-EC5BC29AEE90}"/>
          </ac:spMkLst>
        </pc:spChg>
        <pc:spChg chg="mod">
          <ac:chgData name="Amke Odens" userId="9bfea4f9b5172781" providerId="LiveId" clId="{37A36922-9281-4F65-A033-3113708E0C95}" dt="2021-08-21T10:05:16.206" v="1009" actId="20577"/>
          <ac:spMkLst>
            <pc:docMk/>
            <pc:sldMk cId="2374056119" sldId="281"/>
            <ac:spMk id="10" creationId="{F22B8AC1-C8FA-4D7D-A47C-6DAD082D616F}"/>
          </ac:spMkLst>
        </pc:spChg>
        <pc:spChg chg="add mod">
          <ac:chgData name="Amke Odens" userId="9bfea4f9b5172781" providerId="LiveId" clId="{37A36922-9281-4F65-A033-3113708E0C95}" dt="2021-08-21T10:07:01.047" v="1048" actId="1076"/>
          <ac:spMkLst>
            <pc:docMk/>
            <pc:sldMk cId="2374056119" sldId="281"/>
            <ac:spMk id="11" creationId="{0D6F0774-F669-48B2-B33C-ACB754A2A6DF}"/>
          </ac:spMkLst>
        </pc:spChg>
        <pc:spChg chg="add mod">
          <ac:chgData name="Amke Odens" userId="9bfea4f9b5172781" providerId="LiveId" clId="{37A36922-9281-4F65-A033-3113708E0C95}" dt="2021-08-21T10:07:13.871" v="1085" actId="14100"/>
          <ac:spMkLst>
            <pc:docMk/>
            <pc:sldMk cId="2374056119" sldId="281"/>
            <ac:spMk id="12" creationId="{D66439B1-5C88-4DAA-B412-92D4CE98FBA7}"/>
          </ac:spMkLst>
        </pc:spChg>
        <pc:spChg chg="add mod">
          <ac:chgData name="Amke Odens" userId="9bfea4f9b5172781" providerId="LiveId" clId="{37A36922-9281-4F65-A033-3113708E0C95}" dt="2021-08-21T10:07:26.950" v="1093" actId="20577"/>
          <ac:spMkLst>
            <pc:docMk/>
            <pc:sldMk cId="2374056119" sldId="281"/>
            <ac:spMk id="13" creationId="{42E5F6AA-AD1F-441B-981D-4CD5D704D2BE}"/>
          </ac:spMkLst>
        </pc:spChg>
        <pc:spChg chg="add mod">
          <ac:chgData name="Amke Odens" userId="9bfea4f9b5172781" providerId="LiveId" clId="{37A36922-9281-4F65-A033-3113708E0C95}" dt="2021-08-21T10:07:34.831" v="1105" actId="20577"/>
          <ac:spMkLst>
            <pc:docMk/>
            <pc:sldMk cId="2374056119" sldId="281"/>
            <ac:spMk id="14" creationId="{CA6127F3-37F2-4873-9FB5-A4999638D64F}"/>
          </ac:spMkLst>
        </pc:spChg>
        <pc:spChg chg="add mod">
          <ac:chgData name="Amke Odens" userId="9bfea4f9b5172781" providerId="LiveId" clId="{37A36922-9281-4F65-A033-3113708E0C95}" dt="2021-08-21T10:08:14.529" v="1143" actId="20577"/>
          <ac:spMkLst>
            <pc:docMk/>
            <pc:sldMk cId="2374056119" sldId="281"/>
            <ac:spMk id="15" creationId="{7326FB56-AE92-4BDD-95F5-74433F99B722}"/>
          </ac:spMkLst>
        </pc:spChg>
        <pc:picChg chg="mod">
          <ac:chgData name="Amke Odens" userId="9bfea4f9b5172781" providerId="LiveId" clId="{37A36922-9281-4F65-A033-3113708E0C95}" dt="2021-08-21T10:06:55.905" v="1047" actId="1076"/>
          <ac:picMkLst>
            <pc:docMk/>
            <pc:sldMk cId="2374056119" sldId="281"/>
            <ac:picMk id="5" creationId="{2D0D1917-7644-435D-A54A-7593E38415EB}"/>
          </ac:picMkLst>
        </pc:picChg>
      </pc:sldChg>
      <pc:sldChg chg="addSp modSp mod modAnim">
        <pc:chgData name="Amke Odens" userId="9bfea4f9b5172781" providerId="LiveId" clId="{37A36922-9281-4F65-A033-3113708E0C95}" dt="2021-08-21T10:12:55.546" v="1285" actId="1076"/>
        <pc:sldMkLst>
          <pc:docMk/>
          <pc:sldMk cId="738470153" sldId="282"/>
        </pc:sldMkLst>
        <pc:spChg chg="add mod">
          <ac:chgData name="Amke Odens" userId="9bfea4f9b5172781" providerId="LiveId" clId="{37A36922-9281-4F65-A033-3113708E0C95}" dt="2021-08-21T10:11:14.131" v="1223" actId="313"/>
          <ac:spMkLst>
            <pc:docMk/>
            <pc:sldMk cId="738470153" sldId="282"/>
            <ac:spMk id="4" creationId="{279440FF-9556-468B-8309-20E4E9D06FA3}"/>
          </ac:spMkLst>
        </pc:spChg>
        <pc:spChg chg="add mod">
          <ac:chgData name="Amke Odens" userId="9bfea4f9b5172781" providerId="LiveId" clId="{37A36922-9281-4F65-A033-3113708E0C95}" dt="2021-08-21T10:11:40.077" v="1247" actId="14100"/>
          <ac:spMkLst>
            <pc:docMk/>
            <pc:sldMk cId="738470153" sldId="282"/>
            <ac:spMk id="6" creationId="{0AA66611-9D2C-4B14-87E8-A5202DAD69E9}"/>
          </ac:spMkLst>
        </pc:spChg>
        <pc:spChg chg="add mod">
          <ac:chgData name="Amke Odens" userId="9bfea4f9b5172781" providerId="LiveId" clId="{37A36922-9281-4F65-A033-3113708E0C95}" dt="2021-08-21T10:12:29.483" v="1256" actId="20577"/>
          <ac:spMkLst>
            <pc:docMk/>
            <pc:sldMk cId="738470153" sldId="282"/>
            <ac:spMk id="7" creationId="{040C783B-8340-4249-87DD-1BF152273941}"/>
          </ac:spMkLst>
        </pc:spChg>
        <pc:spChg chg="add mod">
          <ac:chgData name="Amke Odens" userId="9bfea4f9b5172781" providerId="LiveId" clId="{37A36922-9281-4F65-A033-3113708E0C95}" dt="2021-08-21T10:12:38.806" v="1266" actId="20577"/>
          <ac:spMkLst>
            <pc:docMk/>
            <pc:sldMk cId="738470153" sldId="282"/>
            <ac:spMk id="8" creationId="{8E84FE2E-9E1C-46CE-B096-324CBC2B9FEF}"/>
          </ac:spMkLst>
        </pc:spChg>
        <pc:spChg chg="add mod">
          <ac:chgData name="Amke Odens" userId="9bfea4f9b5172781" providerId="LiveId" clId="{37A36922-9281-4F65-A033-3113708E0C95}" dt="2021-08-21T10:12:55.546" v="1285" actId="1076"/>
          <ac:spMkLst>
            <pc:docMk/>
            <pc:sldMk cId="738470153" sldId="282"/>
            <ac:spMk id="9" creationId="{A2FD47D4-898D-4222-96DF-B89A1EF76BB1}"/>
          </ac:spMkLst>
        </pc:spChg>
        <pc:picChg chg="mod">
          <ac:chgData name="Amke Odens" userId="9bfea4f9b5172781" providerId="LiveId" clId="{37A36922-9281-4F65-A033-3113708E0C95}" dt="2021-08-21T10:12:41.068" v="1267" actId="1076"/>
          <ac:picMkLst>
            <pc:docMk/>
            <pc:sldMk cId="738470153" sldId="282"/>
            <ac:picMk id="5" creationId="{314B9A87-77A4-4E37-B90E-C3D1D4884D19}"/>
          </ac:picMkLst>
        </pc:picChg>
      </pc:sldChg>
      <pc:sldChg chg="addSp delSp modSp new mod modAnim">
        <pc:chgData name="Amke Odens" userId="9bfea4f9b5172781" providerId="LiveId" clId="{37A36922-9281-4F65-A033-3113708E0C95}" dt="2021-08-24T19:32:19.170" v="1376" actId="20577"/>
        <pc:sldMkLst>
          <pc:docMk/>
          <pc:sldMk cId="4055055468" sldId="283"/>
        </pc:sldMkLst>
        <pc:spChg chg="add del">
          <ac:chgData name="Amke Odens" userId="9bfea4f9b5172781" providerId="LiveId" clId="{37A36922-9281-4F65-A033-3113708E0C95}" dt="2021-08-24T08:29:07.546" v="1290"/>
          <ac:spMkLst>
            <pc:docMk/>
            <pc:sldMk cId="4055055468" sldId="283"/>
            <ac:spMk id="3" creationId="{A7B0F496-EDF6-4611-8576-7A200B2F8FB6}"/>
          </ac:spMkLst>
        </pc:spChg>
        <pc:spChg chg="add mod">
          <ac:chgData name="Amke Odens" userId="9bfea4f9b5172781" providerId="LiveId" clId="{37A36922-9281-4F65-A033-3113708E0C95}" dt="2021-08-24T08:29:07.546" v="1290"/>
          <ac:spMkLst>
            <pc:docMk/>
            <pc:sldMk cId="4055055468" sldId="283"/>
            <ac:spMk id="4" creationId="{7EA0195B-4760-42B8-BC36-90F254FFEE9F}"/>
          </ac:spMkLst>
        </pc:spChg>
        <pc:spChg chg="add mod">
          <ac:chgData name="Amke Odens" userId="9bfea4f9b5172781" providerId="LiveId" clId="{37A36922-9281-4F65-A033-3113708E0C95}" dt="2021-08-24T08:29:14.745" v="1293" actId="1076"/>
          <ac:spMkLst>
            <pc:docMk/>
            <pc:sldMk cId="4055055468" sldId="283"/>
            <ac:spMk id="5" creationId="{AFD790BC-2EAC-4BC9-A107-BE1A59F7D8D2}"/>
          </ac:spMkLst>
        </pc:spChg>
        <pc:spChg chg="add mod">
          <ac:chgData name="Amke Odens" userId="9bfea4f9b5172781" providerId="LiveId" clId="{37A36922-9281-4F65-A033-3113708E0C95}" dt="2021-08-24T19:31:46.298" v="1359" actId="1076"/>
          <ac:spMkLst>
            <pc:docMk/>
            <pc:sldMk cId="4055055468" sldId="283"/>
            <ac:spMk id="6" creationId="{D3272165-9F71-4012-BDED-84E64481722A}"/>
          </ac:spMkLst>
        </pc:spChg>
        <pc:spChg chg="add mod">
          <ac:chgData name="Amke Odens" userId="9bfea4f9b5172781" providerId="LiveId" clId="{37A36922-9281-4F65-A033-3113708E0C95}" dt="2021-08-24T19:32:19.170" v="1376" actId="20577"/>
          <ac:spMkLst>
            <pc:docMk/>
            <pc:sldMk cId="4055055468" sldId="283"/>
            <ac:spMk id="7" creationId="{48C682C7-B0A7-43A1-803B-89693D88A01C}"/>
          </ac:spMkLst>
        </pc:spChg>
        <pc:spChg chg="add mod">
          <ac:chgData name="Amke Odens" userId="9bfea4f9b5172781" providerId="LiveId" clId="{37A36922-9281-4F65-A033-3113708E0C95}" dt="2021-08-24T08:29:37.395" v="1306" actId="20577"/>
          <ac:spMkLst>
            <pc:docMk/>
            <pc:sldMk cId="4055055468" sldId="283"/>
            <ac:spMk id="8" creationId="{4F127CD3-C6E5-446D-8D75-32D605B31CD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4C3FF4-4524-4831-A247-66F999363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D5C887-7473-465F-BB8E-224A77F0DF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8B040A-372A-4703-815B-A5E7AA349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679D6-03C1-4029-9890-3F4F8D27A55C}" type="datetimeFigureOut">
              <a:rPr lang="es-ES" smtClean="0"/>
              <a:t>02/08/2023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92686C-2C57-4C5B-8A6D-0FFCCDDE7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6154DC-8217-4796-9640-15B30A36F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9DB54-784C-44C1-85FC-B18E40DAAD49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4746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418680-64CC-4DE7-8ECF-644902097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037D09-FE61-497C-8911-C050A1609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CCF3F0-F483-4728-BE18-BB3278CC6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679D6-03C1-4029-9890-3F4F8D27A55C}" type="datetimeFigureOut">
              <a:rPr lang="es-ES" smtClean="0"/>
              <a:t>02/08/2023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312A1F-55BB-441F-B9E1-D45150B3A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A0F175-E3E1-4BDB-BF85-7E8C82F66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9DB54-784C-44C1-85FC-B18E40DAAD49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7077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B7BCB8-8E33-4150-93DD-4E92DC2A1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7A63BF7-2C5E-4D86-87EC-0A86868A5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9E1E08-5F3D-4FF2-AD2F-E40FB448D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679D6-03C1-4029-9890-3F4F8D27A55C}" type="datetimeFigureOut">
              <a:rPr lang="es-ES" smtClean="0"/>
              <a:t>02/08/2023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A06203-ADC7-4CDE-9126-1B6B74FFE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E9D530-097E-4113-A4FE-177C6C313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9DB54-784C-44C1-85FC-B18E40DAAD49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536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B7605F-47DE-4578-B816-61A1EBD75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BA6CD5-0211-49E5-82F1-22BB1025CD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2E74030-1133-42C4-A0A1-E79C6D281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E60EC6-CC0E-481D-BFCD-DFC9D12B1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679D6-03C1-4029-9890-3F4F8D27A55C}" type="datetimeFigureOut">
              <a:rPr lang="es-ES" smtClean="0"/>
              <a:t>02/08/2023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14F6134-7DEB-44DB-B70C-152C10E1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E43D5B-55EB-4382-BDF2-B84C4AFB9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9DB54-784C-44C1-85FC-B18E40DAAD49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9018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0B0D03-B1E8-47B6-9ADB-F860F4274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12D31AB-4DB3-4EC6-8BE8-BD22C44BB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3ABB7AB-7D31-4438-8745-4D220F42A2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70EA736-9EFD-4BDD-9477-C8CBB7CDEF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1EC6408-D649-4392-8C8D-EE3892222C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7BF38E6-C714-4B3D-A1C1-D0953B6C1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679D6-03C1-4029-9890-3F4F8D27A55C}" type="datetimeFigureOut">
              <a:rPr lang="es-ES" smtClean="0"/>
              <a:t>02/08/2023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BA522E7-1091-4CE2-BAA1-BDEDE3353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ABFE46F-D355-4575-96F7-D85F1E67D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9DB54-784C-44C1-85FC-B18E40DAAD49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2942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683879-6293-45BE-9455-53920C96F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C374144-6B81-4EB4-85BD-75DAB149D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679D6-03C1-4029-9890-3F4F8D27A55C}" type="datetimeFigureOut">
              <a:rPr lang="es-ES" smtClean="0"/>
              <a:t>02/08/2023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30A223A-F7E7-4373-80AD-5DB89476C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FB03972-87D3-4174-AA8A-70BC88172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9DB54-784C-44C1-85FC-B18E40DAAD49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028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7938F2A-54D6-4A51-9870-287E063A7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679D6-03C1-4029-9890-3F4F8D27A55C}" type="datetimeFigureOut">
              <a:rPr lang="es-ES" smtClean="0"/>
              <a:t>02/08/2023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2E7F548-5148-48B8-B9FE-717E93462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466572-1210-4C05-8F0B-ED5E79166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9DB54-784C-44C1-85FC-B18E40DAAD49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7031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F40BF-0558-47CB-9AFF-76EECA865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97796F-AE29-4F0F-9632-0E3533CFE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19BA467-29ED-470A-9C32-45B9535E7A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C9A0A4-6F40-4D68-9842-F675F8E00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679D6-03C1-4029-9890-3F4F8D27A55C}" type="datetimeFigureOut">
              <a:rPr lang="es-ES" smtClean="0"/>
              <a:t>02/08/2023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AABE6B3-7103-4DE3-9E76-757BED84B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15894A7-B97C-4A76-9FDE-F48800BE7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9DB54-784C-44C1-85FC-B18E40DAAD49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717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2931DE-67EE-444E-ACFA-D4D8CE1A3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0A2D337-85B2-4AE4-BC0E-CF1ABE9540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D8B832-DF26-44FA-AF36-BD804759C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ED2D84-E87D-43B1-8575-E0538678C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679D6-03C1-4029-9890-3F4F8D27A55C}" type="datetimeFigureOut">
              <a:rPr lang="es-ES" smtClean="0"/>
              <a:t>02/08/2023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9D66A1F-AC57-4579-B4DD-8328059C0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7E5BA9-3852-4272-A3FD-276FCDB00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9DB54-784C-44C1-85FC-B18E40DAAD49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839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95A12A-4D7F-4CE9-A174-6F4180EEB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36D3B18-1A02-4205-86EC-89773045CC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7A3CA7-4FC1-4BBE-9B1C-EEE2868EA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679D6-03C1-4029-9890-3F4F8D27A55C}" type="datetimeFigureOut">
              <a:rPr lang="es-ES" smtClean="0"/>
              <a:t>02/08/2023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ECC0B3-1BB4-4708-839C-C4B915102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B1EE73-5AAC-470D-95A7-0949F5F3C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9DB54-784C-44C1-85FC-B18E40DAAD49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3031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994FA55-92FD-4A69-8F58-B6F0F213C8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41DA188-D435-4A46-A0F4-5DF34FEA89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7A41AE-455F-4CE8-B8A7-0D848D242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679D6-03C1-4029-9890-3F4F8D27A55C}" type="datetimeFigureOut">
              <a:rPr lang="es-ES" smtClean="0"/>
              <a:t>02/08/2023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B1BD57-B079-4AB9-9E25-E98E508C5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F76FE4-4ACE-418F-B8EE-7FE7491D4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9DB54-784C-44C1-85FC-B18E40DAAD49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1473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92D6E22-12B3-4892-900E-6B3BE2A02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88EABF-1FDF-434B-AB5F-65C27E667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E8F28F-E604-433E-AAB1-908E103545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2679D6-03C1-4029-9890-3F4F8D27A55C}" type="datetimeFigureOut">
              <a:rPr lang="es-ES" smtClean="0"/>
              <a:t>02/08/2023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560D64-1A90-4CCC-AA84-F77CFB00B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504C74-6091-406C-8018-F9246CA368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9DB54-784C-44C1-85FC-B18E40DAAD49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1318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La clase de español: informaciones"/>
          <p:cNvSpPr txBox="1">
            <a:spLocks noGrp="1"/>
          </p:cNvSpPr>
          <p:nvPr>
            <p:ph type="body" sz="quarter" idx="4294967295"/>
          </p:nvPr>
        </p:nvSpPr>
        <p:spPr>
          <a:xfrm>
            <a:off x="2416969" y="515217"/>
            <a:ext cx="7358063" cy="794743"/>
          </a:xfrm>
          <a:prstGeom prst="rect">
            <a:avLst/>
          </a:prstGeom>
          <a:solidFill>
            <a:schemeClr val="accent6">
              <a:lumMod val="50000"/>
              <a:alpha val="72779"/>
            </a:schemeClr>
          </a:solidFill>
        </p:spPr>
        <p:txBody>
          <a:bodyPr/>
          <a:lstStyle>
            <a:lvl1pPr marL="0" indent="0" algn="ctr">
              <a:spcBef>
                <a:spcPts val="0"/>
              </a:spcBef>
              <a:buSzTx/>
              <a:buNone/>
              <a:defRPr sz="4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rPr dirty="0"/>
              <a:t>La </a:t>
            </a:r>
            <a:r>
              <a:rPr dirty="0" err="1"/>
              <a:t>clase</a:t>
            </a:r>
            <a:r>
              <a:rPr dirty="0"/>
              <a:t> de </a:t>
            </a:r>
            <a:r>
              <a:rPr dirty="0" err="1"/>
              <a:t>español</a:t>
            </a:r>
            <a:r>
              <a:rPr dirty="0"/>
              <a:t>: </a:t>
            </a:r>
            <a:r>
              <a:rPr dirty="0" err="1"/>
              <a:t>informaciones</a:t>
            </a:r>
            <a:endParaRPr dirty="0"/>
          </a:p>
        </p:txBody>
      </p:sp>
      <p:sp>
        <p:nvSpPr>
          <p:cNvPr id="120" name="Allgemeine Informationen zum Unterrichtsablauf…"/>
          <p:cNvSpPr txBox="1"/>
          <p:nvPr/>
        </p:nvSpPr>
        <p:spPr>
          <a:xfrm>
            <a:off x="2527496" y="1376357"/>
            <a:ext cx="7468760" cy="4697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>
            <a:normAutofit/>
          </a:bodyPr>
          <a:lstStyle/>
          <a:p>
            <a:pPr defTabSz="345030">
              <a:spcBef>
                <a:spcPts val="2461"/>
              </a:spcBef>
              <a:buSzPct val="100000"/>
              <a:defRPr sz="2688"/>
            </a:pPr>
            <a:r>
              <a:rPr sz="1890" dirty="0"/>
              <a:t>Allgemeine </a:t>
            </a:r>
            <a:r>
              <a:rPr sz="1890" dirty="0" err="1"/>
              <a:t>Informationen</a:t>
            </a:r>
            <a:r>
              <a:rPr sz="1890" dirty="0"/>
              <a:t> </a:t>
            </a:r>
            <a:r>
              <a:rPr sz="1890" dirty="0" err="1"/>
              <a:t>zum</a:t>
            </a:r>
            <a:r>
              <a:rPr sz="1890" dirty="0"/>
              <a:t> </a:t>
            </a:r>
            <a:r>
              <a:rPr sz="1890" dirty="0" err="1"/>
              <a:t>Unterrichtsablauf</a:t>
            </a:r>
            <a:endParaRPr sz="1890" dirty="0"/>
          </a:p>
          <a:p>
            <a:pPr marL="750067" lvl="1" indent="-375034" defTabSz="345030">
              <a:spcBef>
                <a:spcPts val="2461"/>
              </a:spcBef>
              <a:buSzPct val="100000"/>
              <a:buAutoNum type="alphaLcPeriod"/>
              <a:defRPr sz="2688"/>
            </a:pPr>
            <a:r>
              <a:rPr sz="1890" dirty="0" err="1"/>
              <a:t>Leistungen</a:t>
            </a:r>
            <a:endParaRPr sz="1890" dirty="0"/>
          </a:p>
          <a:p>
            <a:pPr marL="750067" lvl="1" indent="-375034" defTabSz="345030">
              <a:spcBef>
                <a:spcPts val="2461"/>
              </a:spcBef>
              <a:buSzPct val="100000"/>
              <a:buAutoNum type="alphaLcPeriod"/>
              <a:defRPr sz="2688"/>
            </a:pPr>
            <a:r>
              <a:rPr sz="1890" dirty="0" err="1"/>
              <a:t>Entschuldigungen</a:t>
            </a:r>
            <a:r>
              <a:rPr sz="1890" dirty="0"/>
              <a:t> und </a:t>
            </a:r>
            <a:r>
              <a:rPr sz="1890" dirty="0" err="1"/>
              <a:t>Fehlzeiten</a:t>
            </a:r>
            <a:endParaRPr sz="1890" dirty="0"/>
          </a:p>
          <a:p>
            <a:pPr marL="750067" lvl="1" indent="-375034" defTabSz="345030">
              <a:spcBef>
                <a:spcPts val="2461"/>
              </a:spcBef>
              <a:buSzPct val="100000"/>
              <a:buAutoNum type="alphaLcPeriod"/>
              <a:defRPr sz="2688"/>
            </a:pPr>
            <a:r>
              <a:rPr sz="1890" dirty="0" err="1"/>
              <a:t>Vokabeltest</a:t>
            </a:r>
            <a:endParaRPr sz="189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FF3C604-6A21-0442-9BDD-8464C0754103}"/>
              </a:ext>
            </a:extLst>
          </p:cNvPr>
          <p:cNvSpPr txBox="1"/>
          <p:nvPr/>
        </p:nvSpPr>
        <p:spPr>
          <a:xfrm>
            <a:off x="7106115" y="100860"/>
            <a:ext cx="2281395" cy="331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5719" tIns="35719" rIns="35719" bIns="35719" numCol="1" spcCol="38100" rtlCol="0" anchor="ctr">
            <a:spAutoFit/>
          </a:bodyPr>
          <a:lstStyle/>
          <a:p>
            <a:pPr algn="ctr" defTabSz="410751" hangingPunct="0"/>
            <a:r>
              <a:rPr lang="de-DE" sz="1687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Jueves</a:t>
            </a:r>
            <a:r>
              <a:rPr lang="de-DE" sz="1687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de-DE" sz="1266" dirty="0"/>
              <a:t>19 de </a:t>
            </a:r>
            <a:r>
              <a:rPr lang="de-DE" sz="1266" dirty="0" err="1"/>
              <a:t>agosto</a:t>
            </a:r>
            <a:r>
              <a:rPr lang="de-DE" sz="1266" dirty="0"/>
              <a:t> de 2021</a:t>
            </a:r>
            <a:endParaRPr lang="de-DE" sz="1687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La clase de español: informaciones"/>
          <p:cNvSpPr txBox="1">
            <a:spLocks noGrp="1"/>
          </p:cNvSpPr>
          <p:nvPr>
            <p:ph type="body" sz="quarter" idx="4294967295"/>
          </p:nvPr>
        </p:nvSpPr>
        <p:spPr>
          <a:xfrm>
            <a:off x="2416969" y="515217"/>
            <a:ext cx="7358063" cy="794743"/>
          </a:xfrm>
          <a:prstGeom prst="rect">
            <a:avLst/>
          </a:prstGeom>
          <a:solidFill>
            <a:schemeClr val="accent6">
              <a:lumMod val="50000"/>
              <a:alpha val="72779"/>
            </a:schemeClr>
          </a:solidFill>
        </p:spPr>
        <p:txBody>
          <a:bodyPr/>
          <a:lstStyle>
            <a:lvl1pPr marL="0" indent="0" algn="ctr">
              <a:spcBef>
                <a:spcPts val="0"/>
              </a:spcBef>
              <a:buSzTx/>
              <a:buNone/>
              <a:defRPr sz="4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rPr dirty="0"/>
              <a:t>La </a:t>
            </a:r>
            <a:r>
              <a:rPr dirty="0" err="1"/>
              <a:t>clase</a:t>
            </a:r>
            <a:r>
              <a:rPr dirty="0"/>
              <a:t> de </a:t>
            </a:r>
            <a:r>
              <a:rPr dirty="0" err="1"/>
              <a:t>español</a:t>
            </a:r>
            <a:r>
              <a:rPr dirty="0"/>
              <a:t>: </a:t>
            </a:r>
            <a:r>
              <a:rPr dirty="0" err="1"/>
              <a:t>informaciones</a:t>
            </a:r>
            <a:endParaRPr dirty="0"/>
          </a:p>
        </p:txBody>
      </p:sp>
      <p:sp>
        <p:nvSpPr>
          <p:cNvPr id="123" name="Freitags beginnt und endet der Unterricht 15 Minuten später, d.h. von 13.50 -15.25 Uhr"/>
          <p:cNvSpPr txBox="1"/>
          <p:nvPr/>
        </p:nvSpPr>
        <p:spPr>
          <a:xfrm>
            <a:off x="2849699" y="2332917"/>
            <a:ext cx="6252033" cy="903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 algn="l">
              <a:defRPr b="0"/>
            </a:pPr>
            <a:r>
              <a:rPr lang="de-DE" dirty="0"/>
              <a:t>montags 1. Stunde</a:t>
            </a:r>
          </a:p>
          <a:p>
            <a:pPr algn="l">
              <a:defRPr b="0"/>
            </a:pPr>
            <a:r>
              <a:rPr lang="de-DE" dirty="0"/>
              <a:t>dienstags 1. Stunde</a:t>
            </a:r>
          </a:p>
          <a:p>
            <a:pPr algn="l">
              <a:defRPr b="0"/>
            </a:pPr>
            <a:r>
              <a:rPr lang="de-DE" dirty="0"/>
              <a:t>mittwochs 3. Stunde</a:t>
            </a:r>
            <a:endParaRPr dirty="0"/>
          </a:p>
        </p:txBody>
      </p:sp>
      <p:sp>
        <p:nvSpPr>
          <p:cNvPr id="124" name="Allgemeine Informationen zum Unterrichtsablauf"/>
          <p:cNvSpPr txBox="1"/>
          <p:nvPr/>
        </p:nvSpPr>
        <p:spPr>
          <a:xfrm>
            <a:off x="2409020" y="1516438"/>
            <a:ext cx="6459910" cy="418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 marL="635000" indent="-635000" algn="l">
              <a:spcBef>
                <a:spcPts val="4200"/>
              </a:spcBef>
              <a:buSzPct val="100000"/>
              <a:buAutoNum type="arabicPeriod"/>
              <a:defRPr sz="3200"/>
            </a:lvl1pPr>
          </a:lstStyle>
          <a:p>
            <a:r>
              <a:rPr sz="2250"/>
              <a:t>Allgemeine Informationen zum Unterrichtsablauf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99E3DA9-5BFA-4FB0-9D42-0CA3FF47D4AE}"/>
              </a:ext>
            </a:extLst>
          </p:cNvPr>
          <p:cNvSpPr txBox="1"/>
          <p:nvPr/>
        </p:nvSpPr>
        <p:spPr>
          <a:xfrm>
            <a:off x="2674398" y="3797341"/>
            <a:ext cx="60945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dirty="0"/>
              <a:t>Wiederholung, Vertiefung von Wortschatz und Grammatik am Mittwoch </a:t>
            </a:r>
            <a:r>
              <a:rPr lang="de-DE" dirty="0">
                <a:sym typeface="Wingdings" panose="05000000000000000000" pitchFamily="2" charset="2"/>
              </a:rPr>
              <a:t> eigene Vorschläge sollen gerne mit eingebracht werden</a:t>
            </a:r>
            <a:endParaRPr lang="es-E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La clase de español: informaciones"/>
          <p:cNvSpPr txBox="1">
            <a:spLocks noGrp="1"/>
          </p:cNvSpPr>
          <p:nvPr>
            <p:ph type="body" sz="quarter" idx="4294967295"/>
          </p:nvPr>
        </p:nvSpPr>
        <p:spPr>
          <a:xfrm>
            <a:off x="2416969" y="515217"/>
            <a:ext cx="7358063" cy="794743"/>
          </a:xfrm>
          <a:prstGeom prst="rect">
            <a:avLst/>
          </a:prstGeom>
          <a:solidFill>
            <a:schemeClr val="accent6">
              <a:lumMod val="50000"/>
              <a:alpha val="72779"/>
            </a:schemeClr>
          </a:solidFill>
        </p:spPr>
        <p:txBody>
          <a:bodyPr/>
          <a:lstStyle>
            <a:lvl1pPr marL="0" indent="0" algn="ctr">
              <a:spcBef>
                <a:spcPts val="0"/>
              </a:spcBef>
              <a:buSzTx/>
              <a:buNone/>
              <a:defRPr sz="4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La clase de español: informaciones</a:t>
            </a:r>
          </a:p>
        </p:txBody>
      </p:sp>
      <p:sp>
        <p:nvSpPr>
          <p:cNvPr id="128" name="Leistungen"/>
          <p:cNvSpPr txBox="1"/>
          <p:nvPr/>
        </p:nvSpPr>
        <p:spPr>
          <a:xfrm>
            <a:off x="2413936" y="1440215"/>
            <a:ext cx="1344087" cy="418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 algn="l">
              <a:spcBef>
                <a:spcPts val="4200"/>
              </a:spcBef>
              <a:defRPr sz="3200"/>
            </a:lvl1pPr>
          </a:lstStyle>
          <a:p>
            <a:r>
              <a:rPr sz="2250" dirty="0" err="1"/>
              <a:t>Leistungen</a:t>
            </a:r>
            <a:endParaRPr sz="2250" dirty="0"/>
          </a:p>
        </p:txBody>
      </p:sp>
      <p:sp>
        <p:nvSpPr>
          <p:cNvPr id="129" name="Klassenarbeiten 50%…"/>
          <p:cNvSpPr txBox="1"/>
          <p:nvPr/>
        </p:nvSpPr>
        <p:spPr>
          <a:xfrm>
            <a:off x="4464691" y="1514754"/>
            <a:ext cx="2855722" cy="687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 algn="l">
              <a:defRPr b="0"/>
            </a:pPr>
            <a:r>
              <a:rPr sz="2000" dirty="0" err="1"/>
              <a:t>Klassenarbeiten</a:t>
            </a:r>
            <a:r>
              <a:rPr sz="2000" dirty="0"/>
              <a:t> 50%</a:t>
            </a:r>
          </a:p>
          <a:p>
            <a:pPr algn="l">
              <a:defRPr b="0"/>
            </a:pPr>
            <a:r>
              <a:rPr sz="2000" dirty="0" err="1"/>
              <a:t>Sonstige</a:t>
            </a:r>
            <a:r>
              <a:rPr sz="2000" dirty="0"/>
              <a:t> </a:t>
            </a:r>
            <a:r>
              <a:rPr sz="2000" dirty="0" err="1"/>
              <a:t>Mitarbeit</a:t>
            </a:r>
            <a:r>
              <a:rPr sz="2000" dirty="0"/>
              <a:t> 50%</a:t>
            </a:r>
          </a:p>
        </p:txBody>
      </p:sp>
      <p:pic>
        <p:nvPicPr>
          <p:cNvPr id="3" name="Grafik 2" descr="Ein Bild, das Tisch enthält.&#10;&#10;Automatisch generierte Beschreibung">
            <a:extLst>
              <a:ext uri="{FF2B5EF4-FFF2-40B4-BE49-F238E27FC236}">
                <a16:creationId xmlns:a16="http://schemas.microsoft.com/office/drawing/2014/main" id="{8886B44E-8AD3-4828-B9B2-944C3A886C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799" t="23043" r="51505" b="7513"/>
          <a:stretch/>
        </p:blipFill>
        <p:spPr>
          <a:xfrm>
            <a:off x="7207879" y="409784"/>
            <a:ext cx="4306459" cy="58622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La clase de español: informaciones"/>
          <p:cNvSpPr txBox="1">
            <a:spLocks noGrp="1"/>
          </p:cNvSpPr>
          <p:nvPr>
            <p:ph type="body" sz="quarter" idx="4294967295"/>
          </p:nvPr>
        </p:nvSpPr>
        <p:spPr>
          <a:xfrm>
            <a:off x="2416969" y="515217"/>
            <a:ext cx="7358063" cy="794743"/>
          </a:xfrm>
          <a:prstGeom prst="rect">
            <a:avLst/>
          </a:prstGeom>
          <a:solidFill>
            <a:schemeClr val="accent6">
              <a:lumMod val="50000"/>
              <a:alpha val="72779"/>
            </a:schemeClr>
          </a:solidFill>
        </p:spPr>
        <p:txBody>
          <a:bodyPr/>
          <a:lstStyle>
            <a:lvl1pPr marL="0" indent="0" algn="ctr">
              <a:spcBef>
                <a:spcPts val="0"/>
              </a:spcBef>
              <a:buSzTx/>
              <a:buNone/>
              <a:defRPr sz="4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rPr dirty="0"/>
              <a:t>La </a:t>
            </a:r>
            <a:r>
              <a:rPr dirty="0" err="1"/>
              <a:t>clase</a:t>
            </a:r>
            <a:r>
              <a:rPr dirty="0"/>
              <a:t> de </a:t>
            </a:r>
            <a:r>
              <a:rPr dirty="0" err="1"/>
              <a:t>español</a:t>
            </a:r>
            <a:r>
              <a:rPr dirty="0"/>
              <a:t>: </a:t>
            </a:r>
            <a:r>
              <a:rPr dirty="0" err="1"/>
              <a:t>informaciones</a:t>
            </a:r>
            <a:endParaRPr dirty="0"/>
          </a:p>
        </p:txBody>
      </p:sp>
      <p:sp>
        <p:nvSpPr>
          <p:cNvPr id="136" name="Entschuldigungen und Fehlzeiten"/>
          <p:cNvSpPr txBox="1"/>
          <p:nvPr/>
        </p:nvSpPr>
        <p:spPr>
          <a:xfrm>
            <a:off x="2413936" y="1440215"/>
            <a:ext cx="3749937" cy="418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 algn="l">
              <a:spcBef>
                <a:spcPts val="4200"/>
              </a:spcBef>
              <a:defRPr sz="3200"/>
            </a:lvl1pPr>
          </a:lstStyle>
          <a:p>
            <a:r>
              <a:rPr sz="2250" dirty="0" err="1"/>
              <a:t>Fehlzeiten</a:t>
            </a:r>
            <a:r>
              <a:rPr lang="de-DE" sz="2250" dirty="0"/>
              <a:t> + fehlendes Material</a:t>
            </a:r>
            <a:endParaRPr sz="2250" dirty="0"/>
          </a:p>
        </p:txBody>
      </p:sp>
      <p:sp>
        <p:nvSpPr>
          <p:cNvPr id="137" name="Entschuldigungen innerhalb von 14 Tagen nachreichen…"/>
          <p:cNvSpPr txBox="1"/>
          <p:nvPr/>
        </p:nvSpPr>
        <p:spPr>
          <a:xfrm>
            <a:off x="2413936" y="2757790"/>
            <a:ext cx="6585684" cy="16928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>
              <a:buSzPct val="145000"/>
              <a:defRPr b="0"/>
            </a:pPr>
            <a:r>
              <a:rPr sz="2000" dirty="0" err="1"/>
              <a:t>Entschuldigungen</a:t>
            </a:r>
            <a:r>
              <a:rPr sz="2000" dirty="0"/>
              <a:t> </a:t>
            </a:r>
            <a:r>
              <a:rPr sz="2000" dirty="0" err="1"/>
              <a:t>innerhalb</a:t>
            </a:r>
            <a:r>
              <a:rPr sz="2000" dirty="0"/>
              <a:t> von 14 </a:t>
            </a:r>
            <a:r>
              <a:rPr sz="2000" dirty="0" err="1"/>
              <a:t>Tagen</a:t>
            </a:r>
            <a:r>
              <a:rPr lang="de-DE" sz="2000" dirty="0"/>
              <a:t> selbständig</a:t>
            </a:r>
            <a:r>
              <a:rPr sz="2000" dirty="0"/>
              <a:t> </a:t>
            </a:r>
            <a:r>
              <a:rPr sz="2000" dirty="0" err="1"/>
              <a:t>nachreichen</a:t>
            </a:r>
            <a:r>
              <a:rPr sz="2000" dirty="0"/>
              <a:t> </a:t>
            </a:r>
          </a:p>
          <a:p>
            <a:pPr>
              <a:buSzPct val="145000"/>
              <a:defRPr b="0"/>
            </a:pPr>
            <a:r>
              <a:rPr sz="2000" dirty="0" err="1"/>
              <a:t>Unentschuldigte</a:t>
            </a:r>
            <a:r>
              <a:rPr sz="2000" dirty="0"/>
              <a:t> </a:t>
            </a:r>
            <a:r>
              <a:rPr lang="de-DE" sz="2000" dirty="0"/>
              <a:t>Stunden</a:t>
            </a:r>
            <a:r>
              <a:rPr sz="2000" dirty="0"/>
              <a:t> </a:t>
            </a:r>
            <a:r>
              <a:rPr sz="2000" dirty="0" err="1"/>
              <a:t>werden</a:t>
            </a:r>
            <a:r>
              <a:rPr sz="2000" dirty="0"/>
              <a:t> </a:t>
            </a:r>
            <a:r>
              <a:rPr sz="2000" dirty="0" err="1"/>
              <a:t>mit</a:t>
            </a:r>
            <a:r>
              <a:rPr sz="2000" dirty="0"/>
              <a:t> der Note 6 </a:t>
            </a:r>
            <a:r>
              <a:rPr sz="2000" dirty="0" err="1"/>
              <a:t>bewertet</a:t>
            </a:r>
            <a:endParaRPr sz="2000" dirty="0"/>
          </a:p>
          <a:p>
            <a:pPr>
              <a:buSzPct val="145000"/>
              <a:defRPr b="0"/>
            </a:pPr>
            <a:r>
              <a:rPr sz="2000" dirty="0" err="1"/>
              <a:t>Inhalte</a:t>
            </a:r>
            <a:r>
              <a:rPr sz="2000" dirty="0"/>
              <a:t> </a:t>
            </a:r>
            <a:r>
              <a:rPr sz="2000" dirty="0" err="1"/>
              <a:t>selbstständig</a:t>
            </a:r>
            <a:r>
              <a:rPr sz="2000" dirty="0"/>
              <a:t> </a:t>
            </a:r>
            <a:r>
              <a:rPr sz="2000" dirty="0" err="1"/>
              <a:t>nacharbeiten</a:t>
            </a:r>
            <a:r>
              <a:rPr sz="2000" dirty="0"/>
              <a:t> </a:t>
            </a:r>
            <a:endParaRPr lang="de-DE" sz="2000" dirty="0"/>
          </a:p>
          <a:p>
            <a:pPr marL="234396" indent="-234396">
              <a:buSzPct val="145000"/>
              <a:buChar char="•"/>
              <a:defRPr b="0"/>
            </a:pPr>
            <a:endParaRPr lang="de-DE" sz="1266" dirty="0"/>
          </a:p>
          <a:p>
            <a:pPr marL="234396" indent="-234396">
              <a:buSzPct val="145000"/>
              <a:buChar char="•"/>
              <a:defRPr b="0"/>
            </a:pPr>
            <a:endParaRPr sz="126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4EE173-9C69-48D2-A8D1-942427FD4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Una </a:t>
            </a:r>
            <a:r>
              <a:rPr lang="de-DE" dirty="0" err="1"/>
              <a:t>presentación</a:t>
            </a:r>
            <a:r>
              <a:rPr lang="de-DE" dirty="0"/>
              <a:t> del </a:t>
            </a:r>
            <a:r>
              <a:rPr lang="de-DE" dirty="0" err="1"/>
              <a:t>curso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01CBA3-F2C0-4654-8E33-274F5A834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Nombre</a:t>
            </a:r>
            <a:r>
              <a:rPr lang="de-DE" dirty="0"/>
              <a:t>					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Edad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Pasatiempos</a:t>
            </a:r>
            <a:endParaRPr lang="de-DE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9100E9EA-7704-47FB-A7FA-EC47E837C55D}"/>
              </a:ext>
            </a:extLst>
          </p:cNvPr>
          <p:cNvSpPr/>
          <p:nvPr/>
        </p:nvSpPr>
        <p:spPr>
          <a:xfrm>
            <a:off x="5610688" y="1690688"/>
            <a:ext cx="2485748" cy="75460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Me </a:t>
            </a:r>
            <a:r>
              <a:rPr lang="de-DE" dirty="0" err="1"/>
              <a:t>llamo</a:t>
            </a:r>
            <a:r>
              <a:rPr lang="de-DE" dirty="0"/>
              <a:t>/ </a:t>
            </a:r>
            <a:r>
              <a:rPr lang="de-DE" dirty="0" err="1"/>
              <a:t>Soy</a:t>
            </a:r>
            <a:r>
              <a:rPr lang="de-DE" dirty="0"/>
              <a:t>…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F0D38118-EB83-4463-8799-E7CDFA15659B}"/>
              </a:ext>
            </a:extLst>
          </p:cNvPr>
          <p:cNvSpPr/>
          <p:nvPr/>
        </p:nvSpPr>
        <p:spPr>
          <a:xfrm>
            <a:off x="5610688" y="2580227"/>
            <a:ext cx="2485748" cy="75460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Tengo</a:t>
            </a:r>
            <a:r>
              <a:rPr lang="de-DE" dirty="0"/>
              <a:t>…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5416C7E-2C3C-4136-815E-F8FD6F8282ED}"/>
              </a:ext>
            </a:extLst>
          </p:cNvPr>
          <p:cNvSpPr/>
          <p:nvPr/>
        </p:nvSpPr>
        <p:spPr>
          <a:xfrm>
            <a:off x="5610688" y="3742063"/>
            <a:ext cx="2485748" cy="75460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Me </a:t>
            </a:r>
            <a:r>
              <a:rPr lang="de-DE" dirty="0" err="1"/>
              <a:t>gusta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13298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9F905D-42C1-47C5-8BED-3F474F259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Mira </a:t>
            </a:r>
            <a:r>
              <a:rPr lang="de-DE" dirty="0" err="1"/>
              <a:t>el</a:t>
            </a:r>
            <a:r>
              <a:rPr lang="de-DE" dirty="0"/>
              <a:t> </a:t>
            </a:r>
            <a:r>
              <a:rPr lang="de-DE" dirty="0" err="1"/>
              <a:t>video</a:t>
            </a:r>
            <a:r>
              <a:rPr lang="de-DE" dirty="0"/>
              <a:t> y </a:t>
            </a:r>
            <a:r>
              <a:rPr lang="de-DE" dirty="0" err="1"/>
              <a:t>anota</a:t>
            </a:r>
            <a:r>
              <a:rPr lang="de-DE" dirty="0"/>
              <a:t> </a:t>
            </a:r>
            <a:r>
              <a:rPr lang="de-DE" dirty="0" err="1"/>
              <a:t>lo</a:t>
            </a:r>
            <a:r>
              <a:rPr lang="de-DE" dirty="0"/>
              <a:t> </a:t>
            </a:r>
            <a:r>
              <a:rPr lang="de-DE" dirty="0" err="1"/>
              <a:t>que</a:t>
            </a:r>
            <a:r>
              <a:rPr lang="de-DE" dirty="0"/>
              <a:t> </a:t>
            </a:r>
            <a:r>
              <a:rPr lang="de-DE" dirty="0" err="1"/>
              <a:t>entiendes</a:t>
            </a:r>
            <a:r>
              <a:rPr lang="de-DE" dirty="0"/>
              <a:t>.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D74E99D7-1BFC-4D9F-8539-1DD729221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FCE9F394-ED86-46C5-BA91-BD2F554A08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250" t="37872" r="33219" b="28511"/>
          <a:stretch/>
        </p:blipFill>
        <p:spPr>
          <a:xfrm>
            <a:off x="1916349" y="1825625"/>
            <a:ext cx="7587574" cy="3539873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853F2BD2-FD8D-4330-8651-27491A5C5291}"/>
              </a:ext>
            </a:extLst>
          </p:cNvPr>
          <p:cNvSpPr/>
          <p:nvPr/>
        </p:nvSpPr>
        <p:spPr>
          <a:xfrm>
            <a:off x="3329127" y="2492853"/>
            <a:ext cx="3400147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las </a:t>
            </a:r>
            <a:r>
              <a:rPr lang="de-DE" dirty="0" err="1"/>
              <a:t>comunidades</a:t>
            </a:r>
            <a:r>
              <a:rPr lang="de-DE" dirty="0"/>
              <a:t> </a:t>
            </a:r>
            <a:r>
              <a:rPr lang="de-DE" dirty="0" err="1"/>
              <a:t>autónomas</a:t>
            </a:r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72B5703-DD43-4C8C-A743-8A106ABF03C7}"/>
              </a:ext>
            </a:extLst>
          </p:cNvPr>
          <p:cNvSpPr/>
          <p:nvPr/>
        </p:nvSpPr>
        <p:spPr>
          <a:xfrm>
            <a:off x="4120720" y="3428707"/>
            <a:ext cx="1472213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provincias</a:t>
            </a:r>
            <a:endParaRPr lang="de-DE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123428A7-DDF6-440C-B19B-2EBDA4CDAA4D}"/>
              </a:ext>
            </a:extLst>
          </p:cNvPr>
          <p:cNvSpPr/>
          <p:nvPr/>
        </p:nvSpPr>
        <p:spPr>
          <a:xfrm>
            <a:off x="4189522" y="3754514"/>
            <a:ext cx="667304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50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338C2AD2-7A9C-4E0A-91E4-AB512EEDB583}"/>
              </a:ext>
            </a:extLst>
          </p:cNvPr>
          <p:cNvSpPr/>
          <p:nvPr/>
        </p:nvSpPr>
        <p:spPr>
          <a:xfrm>
            <a:off x="3198922" y="4479921"/>
            <a:ext cx="1472213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Ceuta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CDB009E9-6D00-4298-AB88-3554717ADC9D}"/>
              </a:ext>
            </a:extLst>
          </p:cNvPr>
          <p:cNvSpPr/>
          <p:nvPr/>
        </p:nvSpPr>
        <p:spPr>
          <a:xfrm>
            <a:off x="5749284" y="4486286"/>
            <a:ext cx="1472213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Melilla</a:t>
            </a:r>
          </a:p>
        </p:txBody>
      </p:sp>
    </p:spTree>
    <p:extLst>
      <p:ext uri="{BB962C8B-B14F-4D97-AF65-F5344CB8AC3E}">
        <p14:creationId xmlns:p14="http://schemas.microsoft.com/office/powerpoint/2010/main" val="333535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8B39FE-B36A-4532-8CA3-987FEF7BE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71EAD282-397A-40B9-AD71-A245E2738F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6401" t="21089" r="34239" b="42248"/>
          <a:stretch/>
        </p:blipFill>
        <p:spPr>
          <a:xfrm>
            <a:off x="2018811" y="3002859"/>
            <a:ext cx="7425448" cy="3890652"/>
          </a:xfr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3CE365D-3259-49AA-BFB8-846E76E63A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309" t="46951" r="25878" b="28936"/>
          <a:stretch/>
        </p:blipFill>
        <p:spPr>
          <a:xfrm>
            <a:off x="1848254" y="365125"/>
            <a:ext cx="7766563" cy="2645923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975D87B2-4EF9-4580-A972-935DE75E9C7C}"/>
              </a:ext>
            </a:extLst>
          </p:cNvPr>
          <p:cNvSpPr/>
          <p:nvPr/>
        </p:nvSpPr>
        <p:spPr>
          <a:xfrm>
            <a:off x="5532270" y="534587"/>
            <a:ext cx="2342223" cy="2999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el</a:t>
            </a:r>
            <a:r>
              <a:rPr lang="de-DE" dirty="0"/>
              <a:t> </a:t>
            </a:r>
            <a:r>
              <a:rPr lang="de-DE" dirty="0" err="1"/>
              <a:t>noroeste</a:t>
            </a:r>
            <a:r>
              <a:rPr lang="de-DE" dirty="0"/>
              <a:t> de </a:t>
            </a:r>
            <a:r>
              <a:rPr lang="es-MX" dirty="0"/>
              <a:t>España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DEC33543-52E2-4B1D-976F-B36B82834C23}"/>
              </a:ext>
            </a:extLst>
          </p:cNvPr>
          <p:cNvSpPr/>
          <p:nvPr/>
        </p:nvSpPr>
        <p:spPr>
          <a:xfrm>
            <a:off x="4623787" y="1010937"/>
            <a:ext cx="1472213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más</a:t>
            </a:r>
            <a:r>
              <a:rPr lang="de-DE" dirty="0"/>
              <a:t> </a:t>
            </a:r>
            <a:r>
              <a:rPr lang="de-DE" dirty="0" err="1"/>
              <a:t>grande</a:t>
            </a:r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1CAE088-9818-40BC-8C64-BC919B03202D}"/>
              </a:ext>
            </a:extLst>
          </p:cNvPr>
          <p:cNvSpPr/>
          <p:nvPr/>
        </p:nvSpPr>
        <p:spPr>
          <a:xfrm>
            <a:off x="3030248" y="1932622"/>
            <a:ext cx="2502022" cy="4182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más</a:t>
            </a:r>
            <a:r>
              <a:rPr lang="de-DE" dirty="0"/>
              <a:t> </a:t>
            </a:r>
            <a:r>
              <a:rPr lang="de-DE" dirty="0" err="1"/>
              <a:t>antiguas</a:t>
            </a:r>
            <a:endParaRPr lang="de-DE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A375718-133E-431A-8D01-A9CA0AAF7E9D}"/>
              </a:ext>
            </a:extLst>
          </p:cNvPr>
          <p:cNvSpPr/>
          <p:nvPr/>
        </p:nvSpPr>
        <p:spPr>
          <a:xfrm>
            <a:off x="5057572" y="3303972"/>
            <a:ext cx="1472213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en </a:t>
            </a:r>
            <a:r>
              <a:rPr lang="de-DE" dirty="0" err="1"/>
              <a:t>el</a:t>
            </a:r>
            <a:r>
              <a:rPr lang="de-DE" dirty="0"/>
              <a:t> </a:t>
            </a:r>
            <a:r>
              <a:rPr lang="de-DE" dirty="0" err="1"/>
              <a:t>sur</a:t>
            </a:r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505977-1674-47E0-B82E-2853B43413C6}"/>
              </a:ext>
            </a:extLst>
          </p:cNvPr>
          <p:cNvSpPr/>
          <p:nvPr/>
        </p:nvSpPr>
        <p:spPr>
          <a:xfrm>
            <a:off x="3454895" y="3774936"/>
            <a:ext cx="1472213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8 </a:t>
            </a:r>
            <a:r>
              <a:rPr lang="de-DE" dirty="0" err="1"/>
              <a:t>milliones</a:t>
            </a:r>
            <a:endParaRPr lang="de-DE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2B566723-FE3E-45A0-A44F-4049927EB852}"/>
              </a:ext>
            </a:extLst>
          </p:cNvPr>
          <p:cNvSpPr/>
          <p:nvPr/>
        </p:nvSpPr>
        <p:spPr>
          <a:xfrm>
            <a:off x="4927108" y="4233207"/>
            <a:ext cx="1472213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Sevilla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622CBE9C-0780-4848-91D0-E01F1E73D52C}"/>
              </a:ext>
            </a:extLst>
          </p:cNvPr>
          <p:cNvSpPr/>
          <p:nvPr/>
        </p:nvSpPr>
        <p:spPr>
          <a:xfrm>
            <a:off x="5231168" y="5372489"/>
            <a:ext cx="2519038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el pasado musulmán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58E57A7F-7513-4D0A-BE8D-1A28C2A9C62F}"/>
              </a:ext>
            </a:extLst>
          </p:cNvPr>
          <p:cNvSpPr/>
          <p:nvPr/>
        </p:nvSpPr>
        <p:spPr>
          <a:xfrm>
            <a:off x="5461248" y="5931614"/>
            <a:ext cx="1472213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el</a:t>
            </a:r>
            <a:r>
              <a:rPr lang="de-DE" dirty="0"/>
              <a:t> </a:t>
            </a:r>
            <a:r>
              <a:rPr lang="de-DE" dirty="0" err="1"/>
              <a:t>flamenco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19901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1ECF84-0AC0-4F8B-AB59-E9671AD92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B8C257CF-F465-4E8F-9F0B-08089AC93E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5135" t="28432" r="35961" b="44025"/>
          <a:stretch/>
        </p:blipFill>
        <p:spPr>
          <a:xfrm>
            <a:off x="2201662" y="323526"/>
            <a:ext cx="6866180" cy="2734323"/>
          </a:xfr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0EABDCB4-AE01-4F9C-9069-8F87EC172E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495" t="55412" r="27476" b="18188"/>
          <a:stretch/>
        </p:blipFill>
        <p:spPr>
          <a:xfrm>
            <a:off x="2130641" y="3284042"/>
            <a:ext cx="6600012" cy="2511238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3BDA194E-93A2-4FD8-BA5E-075F1F382030}"/>
              </a:ext>
            </a:extLst>
          </p:cNvPr>
          <p:cNvSpPr/>
          <p:nvPr/>
        </p:nvSpPr>
        <p:spPr>
          <a:xfrm>
            <a:off x="4111843" y="642488"/>
            <a:ext cx="2448755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Castilla- La Mancha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87C825D9-BF83-4E40-9A76-B56B4B491AE2}"/>
              </a:ext>
            </a:extLst>
          </p:cNvPr>
          <p:cNvSpPr/>
          <p:nvPr/>
        </p:nvSpPr>
        <p:spPr>
          <a:xfrm>
            <a:off x="4765561" y="1250421"/>
            <a:ext cx="1472213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Toledo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D56E6F2-0F44-4994-8E64-5B49CE65E602}"/>
              </a:ext>
            </a:extLst>
          </p:cNvPr>
          <p:cNvSpPr/>
          <p:nvPr/>
        </p:nvSpPr>
        <p:spPr>
          <a:xfrm>
            <a:off x="4111843" y="1764503"/>
            <a:ext cx="3265501" cy="4016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de las </a:t>
            </a:r>
            <a:r>
              <a:rPr lang="de-DE" dirty="0" err="1"/>
              <a:t>tres</a:t>
            </a:r>
            <a:r>
              <a:rPr lang="de-DE" dirty="0"/>
              <a:t> </a:t>
            </a:r>
            <a:r>
              <a:rPr lang="de-DE" dirty="0" err="1"/>
              <a:t>culturas</a:t>
            </a:r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62F9A6FD-ECB1-419C-8690-353874D9E473}"/>
              </a:ext>
            </a:extLst>
          </p:cNvPr>
          <p:cNvSpPr/>
          <p:nvPr/>
        </p:nvSpPr>
        <p:spPr>
          <a:xfrm>
            <a:off x="3623570" y="2514503"/>
            <a:ext cx="1898341" cy="4772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Don Quijote de la Mancha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521A257-A793-489F-BDEC-BE4B9F6E9745}"/>
              </a:ext>
            </a:extLst>
          </p:cNvPr>
          <p:cNvSpPr/>
          <p:nvPr/>
        </p:nvSpPr>
        <p:spPr>
          <a:xfrm>
            <a:off x="5634752" y="3783814"/>
            <a:ext cx="1472213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noreste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127560C-F20E-472C-A03D-B936107FC457}"/>
              </a:ext>
            </a:extLst>
          </p:cNvPr>
          <p:cNvSpPr/>
          <p:nvPr/>
        </p:nvSpPr>
        <p:spPr>
          <a:xfrm>
            <a:off x="5336220" y="4387283"/>
            <a:ext cx="2449497" cy="477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Segunda ciudad más grande de España.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BCCFEB43-502E-440C-A082-7559BEB44ADE}"/>
              </a:ext>
            </a:extLst>
          </p:cNvPr>
          <p:cNvSpPr/>
          <p:nvPr/>
        </p:nvSpPr>
        <p:spPr>
          <a:xfrm>
            <a:off x="3623570" y="5133219"/>
            <a:ext cx="1472213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catalán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4519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6604CF-C83A-49F6-A15F-F60072AB0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B0F496-EDF6-4611-8576-7A200B2F8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AFD790BC-2EAC-4BC9-A107-BE1A59F7D8D2}"/>
              </a:ext>
            </a:extLst>
          </p:cNvPr>
          <p:cNvSpPr/>
          <p:nvPr/>
        </p:nvSpPr>
        <p:spPr>
          <a:xfrm>
            <a:off x="1421129" y="1295400"/>
            <a:ext cx="7160895" cy="3328035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s-ES" sz="1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Galicia está situada ________________________________ de Portugal.</a:t>
            </a:r>
            <a:endParaRPr lang="de-DE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</a:pPr>
            <a:r>
              <a:rPr lang="es-ES" sz="1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de-DE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s-ES" sz="1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En Santiago de Compostela termina el ____________________________________________. </a:t>
            </a:r>
            <a:endParaRPr lang="de-DE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</a:pPr>
            <a:r>
              <a:rPr lang="es-MX" sz="1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de-DE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ctr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ES" sz="1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La otra lengua oficial en Galicia es el ______________________________ </a:t>
            </a:r>
            <a:endParaRPr lang="de-DE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3272165-9F71-4012-BDED-84E64481722A}"/>
              </a:ext>
            </a:extLst>
          </p:cNvPr>
          <p:cNvSpPr/>
          <p:nvPr/>
        </p:nvSpPr>
        <p:spPr>
          <a:xfrm>
            <a:off x="3314700" y="2406988"/>
            <a:ext cx="1609725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al </a:t>
            </a:r>
            <a:r>
              <a:rPr lang="de-DE" dirty="0" err="1"/>
              <a:t>norte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8C682C7-B0A7-43A1-803B-89693D88A01C}"/>
              </a:ext>
            </a:extLst>
          </p:cNvPr>
          <p:cNvSpPr/>
          <p:nvPr/>
        </p:nvSpPr>
        <p:spPr>
          <a:xfrm>
            <a:off x="5291137" y="2697162"/>
            <a:ext cx="2219325" cy="3635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Camino de Santiago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F127CD3-C6E5-446D-8D75-32D605B31CD6}"/>
              </a:ext>
            </a:extLst>
          </p:cNvPr>
          <p:cNvSpPr/>
          <p:nvPr/>
        </p:nvSpPr>
        <p:spPr>
          <a:xfrm>
            <a:off x="5291137" y="3124516"/>
            <a:ext cx="1609725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gallego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55055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5B89F8-9012-43AD-BD87-F68F985DF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A6A816-E7A2-462A-BFA8-319D6505A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 descr="Ein Bild, das Text, Screenshot, Monitor enthält.&#10;&#10;Automatisch generierte Beschreibung">
            <a:extLst>
              <a:ext uri="{FF2B5EF4-FFF2-40B4-BE49-F238E27FC236}">
                <a16:creationId xmlns:a16="http://schemas.microsoft.com/office/drawing/2014/main" id="{1D12BFCA-20A8-4735-9CA4-19F829FE63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532" t="46383" r="28910" b="9930"/>
          <a:stretch/>
        </p:blipFill>
        <p:spPr>
          <a:xfrm>
            <a:off x="1560372" y="817125"/>
            <a:ext cx="9071256" cy="4892912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275D1C7A-E5F5-41E8-9AD7-8DC6E67DF39B}"/>
              </a:ext>
            </a:extLst>
          </p:cNvPr>
          <p:cNvSpPr/>
          <p:nvPr/>
        </p:nvSpPr>
        <p:spPr>
          <a:xfrm>
            <a:off x="6096000" y="952545"/>
            <a:ext cx="1472213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noreste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892BB17-04E6-4DB3-8058-F6AAB5AC8B23}"/>
              </a:ext>
            </a:extLst>
          </p:cNvPr>
          <p:cNvSpPr/>
          <p:nvPr/>
        </p:nvSpPr>
        <p:spPr>
          <a:xfrm>
            <a:off x="4998808" y="1278352"/>
            <a:ext cx="1472213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Francia.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A60EA7D-4C40-43DD-AB9B-7E9514DC0E47}"/>
              </a:ext>
            </a:extLst>
          </p:cNvPr>
          <p:cNvSpPr/>
          <p:nvPr/>
        </p:nvSpPr>
        <p:spPr>
          <a:xfrm>
            <a:off x="3206320" y="2549818"/>
            <a:ext cx="2129160" cy="3354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este de España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BE23C95-261B-4B5E-86FE-44BC059321AA}"/>
              </a:ext>
            </a:extLst>
          </p:cNvPr>
          <p:cNvSpPr/>
          <p:nvPr/>
        </p:nvSpPr>
        <p:spPr>
          <a:xfrm>
            <a:off x="5734914" y="3047260"/>
            <a:ext cx="1472213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catalán</a:t>
            </a:r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C91FBEE-B4E2-48AB-A5AC-715E57BF601A}"/>
              </a:ext>
            </a:extLst>
          </p:cNvPr>
          <p:cNvSpPr/>
          <p:nvPr/>
        </p:nvSpPr>
        <p:spPr>
          <a:xfrm>
            <a:off x="4262701" y="4187778"/>
            <a:ext cx="1472213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El País Vasco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7C95F2F-F194-4A00-AA6F-21A636C3ABCA}"/>
              </a:ext>
            </a:extLst>
          </p:cNvPr>
          <p:cNvSpPr/>
          <p:nvPr/>
        </p:nvSpPr>
        <p:spPr>
          <a:xfrm>
            <a:off x="4191741" y="4865656"/>
            <a:ext cx="1995995" cy="3354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vasco</a:t>
            </a:r>
            <a:r>
              <a:rPr lang="de-DE" dirty="0"/>
              <a:t>/ </a:t>
            </a:r>
            <a:r>
              <a:rPr lang="de-DE" dirty="0" err="1"/>
              <a:t>euskera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3963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C6B5AC-7E82-40DB-A8E6-E596CDDBE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B4106AFD-85B8-4EC5-B40C-66F8013871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8915" t="20416" r="31473" b="41355"/>
          <a:stretch/>
        </p:blipFill>
        <p:spPr>
          <a:xfrm>
            <a:off x="2141312" y="1027906"/>
            <a:ext cx="7391119" cy="4012322"/>
          </a:xfr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880F010E-9766-4D15-A088-B729D777C81C}"/>
              </a:ext>
            </a:extLst>
          </p:cNvPr>
          <p:cNvSpPr/>
          <p:nvPr/>
        </p:nvSpPr>
        <p:spPr>
          <a:xfrm>
            <a:off x="4364658" y="1235922"/>
            <a:ext cx="1472213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Canarias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F2B1EE2-388B-4545-BC0B-8072AF1A7BB4}"/>
              </a:ext>
            </a:extLst>
          </p:cNvPr>
          <p:cNvSpPr/>
          <p:nvPr/>
        </p:nvSpPr>
        <p:spPr>
          <a:xfrm>
            <a:off x="5836871" y="1602126"/>
            <a:ext cx="2223346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Santa Cruz de Tenerife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92B9221A-FD56-4557-941A-70628603ECF3}"/>
              </a:ext>
            </a:extLst>
          </p:cNvPr>
          <p:cNvSpPr/>
          <p:nvPr/>
        </p:nvSpPr>
        <p:spPr>
          <a:xfrm>
            <a:off x="3598022" y="1825677"/>
            <a:ext cx="1897256" cy="5277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Los Palmas de Gran Canaria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85598E9-DD03-4C96-8F6E-36D4B4A3018A}"/>
              </a:ext>
            </a:extLst>
          </p:cNvPr>
          <p:cNvSpPr/>
          <p:nvPr/>
        </p:nvSpPr>
        <p:spPr>
          <a:xfrm>
            <a:off x="5585535" y="2258249"/>
            <a:ext cx="1472213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clima</a:t>
            </a:r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B0A6233-CBB6-49BF-97B3-5E4642F476F1}"/>
              </a:ext>
            </a:extLst>
          </p:cNvPr>
          <p:cNvSpPr/>
          <p:nvPr/>
        </p:nvSpPr>
        <p:spPr>
          <a:xfrm>
            <a:off x="6948544" y="2977856"/>
            <a:ext cx="1472213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el</a:t>
            </a:r>
            <a:r>
              <a:rPr lang="de-DE" dirty="0"/>
              <a:t> Teide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F0B5DCEF-B30B-4E4F-B259-D4C2A45B5E66}"/>
              </a:ext>
            </a:extLst>
          </p:cNvPr>
          <p:cNvSpPr/>
          <p:nvPr/>
        </p:nvSpPr>
        <p:spPr>
          <a:xfrm>
            <a:off x="4364657" y="2589458"/>
            <a:ext cx="1472213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el año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35DE8AD-A9F4-4CF5-9199-ED89286534F3}"/>
              </a:ext>
            </a:extLst>
          </p:cNvPr>
          <p:cNvSpPr/>
          <p:nvPr/>
        </p:nvSpPr>
        <p:spPr>
          <a:xfrm>
            <a:off x="4298273" y="4144136"/>
            <a:ext cx="1472213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Extremadura</a:t>
            </a:r>
          </a:p>
        </p:txBody>
      </p:sp>
    </p:spTree>
    <p:extLst>
      <p:ext uri="{BB962C8B-B14F-4D97-AF65-F5344CB8AC3E}">
        <p14:creationId xmlns:p14="http://schemas.microsoft.com/office/powerpoint/2010/main" val="782341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FA48D9-E995-4D6C-AA4F-5F960A31F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7F62DA-69C1-4506-865A-D85E7DA34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D0D1917-7644-435D-A54A-7593E38415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053" t="20712" r="33592" b="30356"/>
          <a:stretch/>
        </p:blipFill>
        <p:spPr>
          <a:xfrm>
            <a:off x="2744677" y="398091"/>
            <a:ext cx="6702641" cy="4938789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4FE625E2-0D9E-4349-A7F1-3F1234344EE2}"/>
              </a:ext>
            </a:extLst>
          </p:cNvPr>
          <p:cNvSpPr/>
          <p:nvPr/>
        </p:nvSpPr>
        <p:spPr>
          <a:xfrm>
            <a:off x="4623786" y="570836"/>
            <a:ext cx="1472213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7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6DA97B4-7FF0-4F01-AB85-0919FF4F0AF4}"/>
              </a:ext>
            </a:extLst>
          </p:cNvPr>
          <p:cNvSpPr/>
          <p:nvPr/>
        </p:nvSpPr>
        <p:spPr>
          <a:xfrm>
            <a:off x="3626159" y="1272219"/>
            <a:ext cx="3824795" cy="4381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Principado</a:t>
            </a:r>
            <a:r>
              <a:rPr lang="de-DE" dirty="0"/>
              <a:t> de Asturias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EC1BE4D-83A9-48E1-99DB-E3822D3CEE01}"/>
              </a:ext>
            </a:extLst>
          </p:cNvPr>
          <p:cNvSpPr/>
          <p:nvPr/>
        </p:nvSpPr>
        <p:spPr>
          <a:xfrm>
            <a:off x="4289395" y="1936342"/>
            <a:ext cx="1871708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Las Islas </a:t>
            </a:r>
            <a:r>
              <a:rPr lang="de-DE" dirty="0" err="1"/>
              <a:t>Baleares</a:t>
            </a:r>
            <a:endParaRPr lang="de-DE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9DC8A50-87B2-4E75-B0CC-EC5BC29AEE90}"/>
              </a:ext>
            </a:extLst>
          </p:cNvPr>
          <p:cNvSpPr/>
          <p:nvPr/>
        </p:nvSpPr>
        <p:spPr>
          <a:xfrm>
            <a:off x="5978741" y="2318081"/>
            <a:ext cx="1611667" cy="5494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Palma de Mallorca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22B8AC1-C8FA-4D7D-A47C-6DAD082D616F}"/>
              </a:ext>
            </a:extLst>
          </p:cNvPr>
          <p:cNvSpPr/>
          <p:nvPr/>
        </p:nvSpPr>
        <p:spPr>
          <a:xfrm>
            <a:off x="4623785" y="2968320"/>
            <a:ext cx="1472213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catalán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D6F0774-F669-48B2-B33C-ACB754A2A6DF}"/>
              </a:ext>
            </a:extLst>
          </p:cNvPr>
          <p:cNvSpPr/>
          <p:nvPr/>
        </p:nvSpPr>
        <p:spPr>
          <a:xfrm>
            <a:off x="4289395" y="3398471"/>
            <a:ext cx="1472213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Cantabria</a:t>
            </a:r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D66439B1-5C88-4DAA-B412-92D4CE98FBA7}"/>
              </a:ext>
            </a:extLst>
          </p:cNvPr>
          <p:cNvSpPr/>
          <p:nvPr/>
        </p:nvSpPr>
        <p:spPr>
          <a:xfrm>
            <a:off x="4222812" y="3780211"/>
            <a:ext cx="1755929" cy="4544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Comunidad</a:t>
            </a:r>
            <a:r>
              <a:rPr lang="de-DE" dirty="0"/>
              <a:t> de Madrid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2E5F6AA-AD1F-441B-981D-4CD5D704D2BE}"/>
              </a:ext>
            </a:extLst>
          </p:cNvPr>
          <p:cNvSpPr/>
          <p:nvPr/>
        </p:nvSpPr>
        <p:spPr>
          <a:xfrm>
            <a:off x="5142202" y="4216363"/>
            <a:ext cx="1472213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Madrid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A6127F3-37F2-4873-9FB5-A4999638D64F}"/>
              </a:ext>
            </a:extLst>
          </p:cNvPr>
          <p:cNvSpPr/>
          <p:nvPr/>
        </p:nvSpPr>
        <p:spPr>
          <a:xfrm>
            <a:off x="3553288" y="4404024"/>
            <a:ext cx="1472213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capital</a:t>
            </a:r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326FB56-AE92-4BDD-95F5-74433F99B722}"/>
              </a:ext>
            </a:extLst>
          </p:cNvPr>
          <p:cNvSpPr/>
          <p:nvPr/>
        </p:nvSpPr>
        <p:spPr>
          <a:xfrm>
            <a:off x="4406095" y="4824462"/>
            <a:ext cx="1472213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tres</a:t>
            </a:r>
            <a:r>
              <a:rPr lang="de-DE" dirty="0"/>
              <a:t> </a:t>
            </a:r>
            <a:r>
              <a:rPr lang="de-DE" dirty="0" err="1"/>
              <a:t>milliones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74056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A4A261-DEB8-4EFE-A561-6DBCDA288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314B9A87-77A4-4E37-B90E-C3D1D4884D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7660" t="48834" r="30796" b="20703"/>
          <a:stretch/>
        </p:blipFill>
        <p:spPr>
          <a:xfrm>
            <a:off x="1748902" y="913003"/>
            <a:ext cx="8056429" cy="3323039"/>
          </a:xfr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279440FF-9556-468B-8309-20E4E9D06FA3}"/>
              </a:ext>
            </a:extLst>
          </p:cNvPr>
          <p:cNvSpPr/>
          <p:nvPr/>
        </p:nvSpPr>
        <p:spPr>
          <a:xfrm>
            <a:off x="3400148" y="1237174"/>
            <a:ext cx="3036163" cy="3430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Obras de pintores españoles 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AA66611-9D2C-4B14-87E8-A5202DAD69E9}"/>
              </a:ext>
            </a:extLst>
          </p:cNvPr>
          <p:cNvSpPr/>
          <p:nvPr/>
        </p:nvSpPr>
        <p:spPr>
          <a:xfrm>
            <a:off x="3620609" y="2177818"/>
            <a:ext cx="1981201" cy="3967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Región</a:t>
            </a:r>
            <a:r>
              <a:rPr lang="de-DE" dirty="0"/>
              <a:t> de Murcia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40C783B-8340-4249-87DD-1BF152273941}"/>
              </a:ext>
            </a:extLst>
          </p:cNvPr>
          <p:cNvSpPr/>
          <p:nvPr/>
        </p:nvSpPr>
        <p:spPr>
          <a:xfrm>
            <a:off x="3551067" y="2606988"/>
            <a:ext cx="1981201" cy="3967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Navarra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E84FE2E-9E1C-46CE-B096-324CBC2B9FEF}"/>
              </a:ext>
            </a:extLst>
          </p:cNvPr>
          <p:cNvSpPr/>
          <p:nvPr/>
        </p:nvSpPr>
        <p:spPr>
          <a:xfrm>
            <a:off x="5105399" y="2961971"/>
            <a:ext cx="1981201" cy="3967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La Rioja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2FD47D4-898D-4222-96DF-B89A1EF76BB1}"/>
              </a:ext>
            </a:extLst>
          </p:cNvPr>
          <p:cNvSpPr/>
          <p:nvPr/>
        </p:nvSpPr>
        <p:spPr>
          <a:xfrm>
            <a:off x="4350057" y="3359181"/>
            <a:ext cx="1510684" cy="3967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El Rioja</a:t>
            </a:r>
          </a:p>
        </p:txBody>
      </p:sp>
    </p:spTree>
    <p:extLst>
      <p:ext uri="{BB962C8B-B14F-4D97-AF65-F5344CB8AC3E}">
        <p14:creationId xmlns:p14="http://schemas.microsoft.com/office/powerpoint/2010/main" val="738470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1D58BE-5EB4-4031-AFAE-D248B094F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Un</a:t>
            </a:r>
            <a:r>
              <a:rPr lang="de-DE" dirty="0"/>
              <a:t> </a:t>
            </a:r>
            <a:r>
              <a:rPr lang="de-DE" dirty="0" err="1"/>
              <a:t>mapa</a:t>
            </a:r>
            <a:r>
              <a:rPr lang="de-DE" dirty="0"/>
              <a:t> de Espana – Las </a:t>
            </a:r>
            <a:r>
              <a:rPr lang="de-DE" dirty="0" err="1"/>
              <a:t>comunidades</a:t>
            </a:r>
            <a:r>
              <a:rPr lang="de-DE" dirty="0"/>
              <a:t> </a:t>
            </a:r>
            <a:r>
              <a:rPr lang="de-DE" dirty="0" err="1"/>
              <a:t>autónomas</a:t>
            </a:r>
            <a:endParaRPr lang="de-DE" dirty="0"/>
          </a:p>
        </p:txBody>
      </p:sp>
      <p:pic>
        <p:nvPicPr>
          <p:cNvPr id="4" name="Inhaltsplatzhalter 3" descr="Ein Bild, das Karte enthält.&#10;&#10;Automatisch generierte Beschreibung">
            <a:extLst>
              <a:ext uri="{FF2B5EF4-FFF2-40B4-BE49-F238E27FC236}">
                <a16:creationId xmlns:a16="http://schemas.microsoft.com/office/drawing/2014/main" id="{A5A25853-725C-45E5-A5A4-F5395F4F706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03" y="1834503"/>
            <a:ext cx="6224915" cy="4351338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CC4249F0-00CA-4BB8-B138-1A7AC73C5B4F}"/>
              </a:ext>
            </a:extLst>
          </p:cNvPr>
          <p:cNvSpPr/>
          <p:nvPr/>
        </p:nvSpPr>
        <p:spPr>
          <a:xfrm>
            <a:off x="7199790" y="1402672"/>
            <a:ext cx="4527612" cy="527333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Andalucía</a:t>
            </a:r>
          </a:p>
          <a:p>
            <a:pPr algn="ctr"/>
            <a:r>
              <a:rPr lang="es-MX" dirty="0"/>
              <a:t>Región de Murcia</a:t>
            </a:r>
          </a:p>
          <a:p>
            <a:pPr algn="ctr"/>
            <a:r>
              <a:rPr lang="es-MX" dirty="0"/>
              <a:t>Castilla y León </a:t>
            </a:r>
          </a:p>
          <a:p>
            <a:pPr algn="ctr"/>
            <a:r>
              <a:rPr lang="es-MX" dirty="0"/>
              <a:t>Extremadura</a:t>
            </a:r>
          </a:p>
          <a:p>
            <a:pPr algn="ctr"/>
            <a:r>
              <a:rPr lang="es-MX" dirty="0"/>
              <a:t>Galicia</a:t>
            </a:r>
          </a:p>
          <a:p>
            <a:pPr algn="ctr"/>
            <a:r>
              <a:rPr lang="es-MX" dirty="0"/>
              <a:t>País Vasco</a:t>
            </a:r>
          </a:p>
          <a:p>
            <a:pPr algn="ctr"/>
            <a:r>
              <a:rPr lang="es-MX" dirty="0"/>
              <a:t>Comunidad de Madrid</a:t>
            </a:r>
          </a:p>
          <a:p>
            <a:pPr algn="ctr"/>
            <a:r>
              <a:rPr lang="es-MX" dirty="0"/>
              <a:t>Comunidad Valenciana</a:t>
            </a:r>
          </a:p>
          <a:p>
            <a:pPr algn="ctr"/>
            <a:r>
              <a:rPr lang="es-MX" dirty="0" err="1"/>
              <a:t>Arragón</a:t>
            </a:r>
            <a:endParaRPr lang="es-MX" dirty="0"/>
          </a:p>
          <a:p>
            <a:pPr algn="ctr"/>
            <a:r>
              <a:rPr lang="es-MX" dirty="0"/>
              <a:t>Navarra</a:t>
            </a:r>
          </a:p>
          <a:p>
            <a:pPr algn="ctr"/>
            <a:r>
              <a:rPr lang="es-MX" dirty="0"/>
              <a:t>Cantabria</a:t>
            </a:r>
          </a:p>
          <a:p>
            <a:pPr algn="ctr"/>
            <a:r>
              <a:rPr lang="es-MX" dirty="0"/>
              <a:t>Islas Baleares </a:t>
            </a:r>
          </a:p>
          <a:p>
            <a:pPr algn="ctr"/>
            <a:r>
              <a:rPr lang="es-MX" dirty="0"/>
              <a:t>Islas Canarias</a:t>
            </a:r>
          </a:p>
          <a:p>
            <a:pPr algn="ctr"/>
            <a:r>
              <a:rPr lang="es-MX" dirty="0"/>
              <a:t>Castilla – La Mancha</a:t>
            </a:r>
          </a:p>
          <a:p>
            <a:pPr algn="ctr"/>
            <a:r>
              <a:rPr lang="es-MX" dirty="0"/>
              <a:t>Principados de </a:t>
            </a:r>
            <a:r>
              <a:rPr lang="es-MX" dirty="0" err="1"/>
              <a:t>Asturia</a:t>
            </a:r>
            <a:endParaRPr lang="es-MX" dirty="0"/>
          </a:p>
          <a:p>
            <a:pPr algn="ctr"/>
            <a:r>
              <a:rPr lang="es-MX" dirty="0"/>
              <a:t>Cataluña </a:t>
            </a:r>
          </a:p>
          <a:p>
            <a:pPr algn="ctr"/>
            <a:r>
              <a:rPr lang="es-MX" dirty="0"/>
              <a:t>La Rioja</a:t>
            </a:r>
          </a:p>
        </p:txBody>
      </p:sp>
    </p:spTree>
    <p:extLst>
      <p:ext uri="{BB962C8B-B14F-4D97-AF65-F5344CB8AC3E}">
        <p14:creationId xmlns:p14="http://schemas.microsoft.com/office/powerpoint/2010/main" val="758009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D13BE1-95BA-407C-BABF-C441C6504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Inhaltsplatzhalter 4" descr="Ein Bild, das Karte enthält.&#10;&#10;Automatisch generierte Beschreibung">
            <a:extLst>
              <a:ext uri="{FF2B5EF4-FFF2-40B4-BE49-F238E27FC236}">
                <a16:creationId xmlns:a16="http://schemas.microsoft.com/office/drawing/2014/main" id="{DE509182-9AA1-4684-AD9D-F54AB2DAF7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1352" y="972766"/>
            <a:ext cx="7409296" cy="5282018"/>
          </a:xfrm>
        </p:spPr>
      </p:pic>
    </p:spTree>
    <p:extLst>
      <p:ext uri="{BB962C8B-B14F-4D97-AF65-F5344CB8AC3E}">
        <p14:creationId xmlns:p14="http://schemas.microsoft.com/office/powerpoint/2010/main" val="38354421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67CE50A685B36439E3EE65CE348225A" ma:contentTypeVersion="12" ma:contentTypeDescription="Ein neues Dokument erstellen." ma:contentTypeScope="" ma:versionID="4cb63d7ce70cc11c6042440fbbcab751">
  <xsd:schema xmlns:xsd="http://www.w3.org/2001/XMLSchema" xmlns:xs="http://www.w3.org/2001/XMLSchema" xmlns:p="http://schemas.microsoft.com/office/2006/metadata/properties" xmlns:ns2="aaef970e-618f-4fc9-806f-9890173d7060" xmlns:ns3="c91cd714-f12f-4168-9c39-1f8ba0184c45" targetNamespace="http://schemas.microsoft.com/office/2006/metadata/properties" ma:root="true" ma:fieldsID="b69e312794ca5be589878ad9861a916b" ns2:_="" ns3:_="">
    <xsd:import namespace="aaef970e-618f-4fc9-806f-9890173d7060"/>
    <xsd:import namespace="c91cd714-f12f-4168-9c39-1f8ba0184c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ef970e-618f-4fc9-806f-9890173d70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4" nillable="true" ma:taxonomy="true" ma:internalName="lcf76f155ced4ddcb4097134ff3c332f" ma:taxonomyFieldName="MediaServiceImageTags" ma:displayName="Bildmarkierungen" ma:readOnly="false" ma:fieldId="{5cf76f15-5ced-4ddc-b409-7134ff3c332f}" ma:taxonomyMulti="true" ma:sspId="e87b9810-5a0e-496c-ad2b-fc4640a051a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1cd714-f12f-4168-9c39-1f8ba0184c45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fc723458-385a-4678-99d2-68db79b8fb4f}" ma:internalName="TaxCatchAll" ma:showField="CatchAllData" ma:web="c91cd714-f12f-4168-9c39-1f8ba0184c4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aef970e-618f-4fc9-806f-9890173d7060">
      <Terms xmlns="http://schemas.microsoft.com/office/infopath/2007/PartnerControls"/>
    </lcf76f155ced4ddcb4097134ff3c332f>
    <TaxCatchAll xmlns="c91cd714-f12f-4168-9c39-1f8ba0184c45" xsi:nil="true"/>
  </documentManagement>
</p:properties>
</file>

<file path=customXml/itemProps1.xml><?xml version="1.0" encoding="utf-8"?>
<ds:datastoreItem xmlns:ds="http://schemas.openxmlformats.org/officeDocument/2006/customXml" ds:itemID="{B3873BA6-4913-4E6A-96E1-6A92F0192DF4}"/>
</file>

<file path=customXml/itemProps2.xml><?xml version="1.0" encoding="utf-8"?>
<ds:datastoreItem xmlns:ds="http://schemas.openxmlformats.org/officeDocument/2006/customXml" ds:itemID="{5AA0EFDA-5988-468B-9D3E-632958905E85}"/>
</file>

<file path=customXml/itemProps3.xml><?xml version="1.0" encoding="utf-8"?>
<ds:datastoreItem xmlns:ds="http://schemas.openxmlformats.org/officeDocument/2006/customXml" ds:itemID="{F2991C4B-1221-4C9E-895C-E281FF81C193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315</Words>
  <Application>Microsoft Office PowerPoint</Application>
  <PresentationFormat>Breitbild</PresentationFormat>
  <Paragraphs>105</Paragraphs>
  <Slides>15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Helvetica Neue</vt:lpstr>
      <vt:lpstr>Tema de Office</vt:lpstr>
      <vt:lpstr>PowerPoint-Präsentation</vt:lpstr>
      <vt:lpstr>PowerPoint-Präsentation</vt:lpstr>
      <vt:lpstr>PowerPoint-Präsentation</vt:lpstr>
      <vt:lpstr>PowerPoint-Präsentation</vt:lpstr>
      <vt:lpstr>Una presentación del curso</vt:lpstr>
      <vt:lpstr>Mira el video y anota lo que entiendes.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Un mapa de Espana – Las comunidades autónomas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Informationen zum Kurs</dc:title>
  <dc:creator>Amke Odens</dc:creator>
  <cp:lastModifiedBy>Amke Odens</cp:lastModifiedBy>
  <cp:revision>8</cp:revision>
  <dcterms:created xsi:type="dcterms:W3CDTF">2018-08-26T07:00:39Z</dcterms:created>
  <dcterms:modified xsi:type="dcterms:W3CDTF">2023-08-02T18:32:13Z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0x010100E67CE50A685B36439E3EE65CE348225A</vt:lpwstr>
  </property>
</Properties>
</file>